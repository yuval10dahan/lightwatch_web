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5" r:id="rId2"/>
    <p:sldId id="286" r:id="rId3"/>
    <p:sldId id="278" r:id="rId4"/>
    <p:sldId id="290" r:id="rId5"/>
    <p:sldId id="279" r:id="rId6"/>
    <p:sldId id="280" r:id="rId7"/>
    <p:sldId id="274" r:id="rId8"/>
    <p:sldId id="277" r:id="rId9"/>
    <p:sldId id="275" r:id="rId10"/>
    <p:sldId id="276" r:id="rId11"/>
    <p:sldId id="282" r:id="rId12"/>
    <p:sldId id="287" r:id="rId13"/>
    <p:sldId id="288" r:id="rId14"/>
    <p:sldId id="289" r:id="rId15"/>
    <p:sldId id="283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5D8E4-A320-4C82-BF1E-497B145FD5B9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7B12C-7140-415A-B0C1-FFF42EF03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B14F-C138-9327-298C-5A1101E6F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71A45-61A2-D78E-1C05-DD213B489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062E-8021-28AE-965B-7D7CCEBD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33C7-383D-E56D-7DCA-F98BBAF3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B828-13C1-4083-778F-2554E7E6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2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ADF28-0E14-7874-1B74-C5BD40CE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2B8E-567D-220B-0E74-471DD0CA7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3519-DC91-0805-8A60-D740A6B9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0765-D3E8-AB02-56AF-D6230A54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155CE-0387-96C2-0F05-5C742A1E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4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8E45-0A4B-222E-13F9-E8F03AE44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360E6-488A-4179-E005-278816931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EF4C4-1A2D-173F-36B6-6F29363A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5ADA3-62DC-88E7-AC0D-8847E740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9C848-A166-EE99-DE65-27F230EF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3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181A-F2B4-E400-E84C-D16544FC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4A68-D592-EF12-D903-A69B25B7F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3B59F-D88A-6F4D-3FFF-A0376C718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DB94A-4D1E-74FF-27EC-D2BF7C40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016EE-1F4D-2F04-AD56-DDFC9BA7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486BA-6FC8-91E8-A624-E332C2B0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CA88-62B1-3211-0B5D-851FE456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75C-42BF-D0F5-274B-C5E52EE32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C9634-08A7-7813-9AA6-06F6C01A8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2D117-7B6B-F5EF-0C24-E3A1908A7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B3701-D1A4-CAA2-73C9-B3068426B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5A22A-0D35-E6DF-8B17-4FEDEF0F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5A629-E046-28E6-AE1E-588B3A0A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F9DFE-0D4B-E746-99F1-BEBD6F55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4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EFA3-DA4A-0858-4921-B92E70B3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F32A7-FCAD-711E-5AC7-17987F66B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5114C-DD8F-1321-DADE-88C1D814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4EB44-3C6B-4741-ED7C-C4A85578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9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8B64A-E05D-C870-ECFA-78066BC91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E5448-59B5-7D98-D1B8-C9081B3C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59C7B-35FE-2396-C67C-E8F00D1D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1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03D0-492C-940F-E475-E5235E06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A102-F9AA-1278-197D-2762FBC87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EBC5E-AB50-9905-0945-9FCFA2B5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384AE-0CA9-A40A-BDD3-7B37798E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81CBB-D99E-83DF-D3A3-3903C1CC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792C0-164C-0B86-385F-8F5AE82A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7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8C43-C3FE-3E3E-F9B4-31291F31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775CD-1326-66E0-5D16-A395AE9FB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C3417-9EBA-D4E2-9891-4206ABE14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62BE7-00B8-AA51-A32A-3975C170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00229-CA33-F5EE-FE38-437BA77D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14684-FEE5-B142-8A1C-775FDDCC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4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9C74-3CF7-6FAD-C09F-B591A2A6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B1007-0E82-BE71-47A7-39C7777E5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FDFA9-8ADE-1399-AD36-ED694F92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A564C-E686-30E7-0452-6ED79C9F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82AAB-FF30-3AEF-7FB1-3B334812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85580-26F3-7323-3FC1-85250EE40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E831E-2CD8-91D3-0672-D2273B291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235B0-5E22-E7C1-9BB3-3CDA693D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A1C11-2DF1-FD12-9DF7-481AE34D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C66A9-B679-13A3-38F3-91991E6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8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5DD98-28F5-7B6B-9F71-0AF49FC1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3CE60-0D6A-8D56-9B08-F7F9E8CD1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AC4F-F3DD-ECAF-8329-A727C5147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D814F-3A2E-4FCD-B679-678770FA1B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01D25-DCE5-DFB7-B1DD-89F03ACDC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6ABB-2602-FFB8-EFF2-A2B956EFB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3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985F-BB4C-953D-3194-BC9C53F5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E522F5B-D650-A839-AFE4-C39C03328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Alarms and Events</a:t>
            </a:r>
          </a:p>
        </p:txBody>
      </p:sp>
    </p:spTree>
    <p:extLst>
      <p:ext uri="{BB962C8B-B14F-4D97-AF65-F5344CB8AC3E}">
        <p14:creationId xmlns:p14="http://schemas.microsoft.com/office/powerpoint/2010/main" val="1829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1F665-75AE-D650-8193-31C9E9AB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300BD7-E66D-EC50-ABA9-DEF099BE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Alarms_and_events</a:t>
            </a:r>
            <a:r>
              <a:rPr lang="en-US" sz="1800" b="1" dirty="0"/>
              <a:t>: (12 scripts)</a:t>
            </a:r>
          </a:p>
          <a:p>
            <a:pPr algn="l"/>
            <a:r>
              <a:rPr lang="en-US" sz="1600" dirty="0"/>
              <a:t>show_chassis_alarms_via_SNMPv2 – ✅</a:t>
            </a:r>
          </a:p>
          <a:p>
            <a:pPr algn="l"/>
            <a:r>
              <a:rPr lang="en-US" sz="1600" dirty="0"/>
              <a:t>show_chassis_alarms_via_SNMPv3 –</a:t>
            </a:r>
          </a:p>
          <a:p>
            <a:pPr algn="l"/>
            <a:r>
              <a:rPr lang="en-US" sz="1600" dirty="0"/>
              <a:t>show_chassis_events_via_SNMPv2 -</a:t>
            </a:r>
          </a:p>
          <a:p>
            <a:pPr algn="l"/>
            <a:r>
              <a:rPr lang="en-US" sz="1600" dirty="0"/>
              <a:t>show_chassis_events_via_SNMPv3 -</a:t>
            </a:r>
          </a:p>
          <a:p>
            <a:pPr algn="l"/>
            <a:r>
              <a:rPr lang="en-US" sz="1600" dirty="0"/>
              <a:t>show_device_alarms_via_SNMPv2 – ✅</a:t>
            </a:r>
          </a:p>
          <a:p>
            <a:pPr algn="l"/>
            <a:r>
              <a:rPr lang="en-US" sz="1600" dirty="0"/>
              <a:t>show_device_alarms_via_SNMPv3 - ✅</a:t>
            </a:r>
          </a:p>
          <a:p>
            <a:pPr algn="l"/>
            <a:r>
              <a:rPr lang="en-US" sz="1600" dirty="0"/>
              <a:t>show_device_events_via_SNMPv2 -</a:t>
            </a:r>
          </a:p>
          <a:p>
            <a:pPr algn="l"/>
            <a:r>
              <a:rPr lang="en-US" sz="1600" dirty="0"/>
              <a:t>show_device_events_via_SNMPv3 -</a:t>
            </a:r>
          </a:p>
          <a:p>
            <a:pPr algn="l"/>
            <a:r>
              <a:rPr lang="en-US" sz="1600" dirty="0" err="1"/>
              <a:t>non_pl_devices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/>
              <a:t>SNMP_traps_SNMPv2 - </a:t>
            </a:r>
          </a:p>
          <a:p>
            <a:pPr algn="l"/>
            <a:r>
              <a:rPr lang="en-US" sz="1600" dirty="0"/>
              <a:t>SNMP_traps_SNMPv3 -</a:t>
            </a:r>
          </a:p>
        </p:txBody>
      </p:sp>
    </p:spTree>
    <p:extLst>
      <p:ext uri="{BB962C8B-B14F-4D97-AF65-F5344CB8AC3E}">
        <p14:creationId xmlns:p14="http://schemas.microsoft.com/office/powerpoint/2010/main" val="33204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BCD5-DC82-4F09-E2CE-2519EA75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1D2BD03-A369-1631-A929-185F1E390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DeviceDiscovery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3826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2A08-6F59-54EF-7908-EE0B7A41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796342-B2E7-0FE5-BE32-1004B7DF2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Alarms_and_events</a:t>
            </a:r>
            <a:r>
              <a:rPr lang="en-US" sz="1800" b="1" dirty="0"/>
              <a:t>: (4 scripts)</a:t>
            </a:r>
          </a:p>
          <a:p>
            <a:pPr algn="l"/>
            <a:r>
              <a:rPr lang="en-US" sz="1600" dirty="0"/>
              <a:t>SNMPv2 – ✅</a:t>
            </a:r>
          </a:p>
          <a:p>
            <a:pPr algn="l"/>
            <a:r>
              <a:rPr lang="en-US" sz="1600" dirty="0"/>
              <a:t>SNMPv3 - ✅</a:t>
            </a:r>
          </a:p>
          <a:p>
            <a:pPr algn="l"/>
            <a:r>
              <a:rPr lang="en-US" sz="1600" dirty="0"/>
              <a:t>start_discovery_for_ip_range_SNMPv2 - ✅</a:t>
            </a:r>
          </a:p>
          <a:p>
            <a:pPr algn="l"/>
            <a:r>
              <a:rPr lang="en-US" sz="1600" dirty="0"/>
              <a:t>start_discovery_for_ip_range_SNMPv3 - ✅</a:t>
            </a:r>
          </a:p>
        </p:txBody>
      </p:sp>
    </p:spTree>
    <p:extLst>
      <p:ext uri="{BB962C8B-B14F-4D97-AF65-F5344CB8AC3E}">
        <p14:creationId xmlns:p14="http://schemas.microsoft.com/office/powerpoint/2010/main" val="4004377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4BDF-0816-5E11-9FA2-DE07C4D1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2F55FD8-5028-8AEB-A47D-B215E49F3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DomainManagement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825907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1FA5-73CC-9237-9B1E-D0040A68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25F3653-7CB3-F05E-4D8F-574AC960C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Inventory</a:t>
            </a:r>
          </a:p>
        </p:txBody>
      </p:sp>
    </p:spTree>
    <p:extLst>
      <p:ext uri="{BB962C8B-B14F-4D97-AF65-F5344CB8AC3E}">
        <p14:creationId xmlns:p14="http://schemas.microsoft.com/office/powerpoint/2010/main" val="375820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6A20-FE58-B85C-A834-9F8123B7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5CE5B26-66CB-4C53-263C-6E22693E4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NetworkTopology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8308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80DE-6450-A357-846F-0C6AE08B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D43B129-6B14-2652-80FF-C5DD1ED93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388659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2214-F475-13D7-6DF1-5173A684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3AD3395-1344-BD92-8EB6-9F4683048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ServiceList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31162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9D46-3792-211E-0FD0-58A7856C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5EDD87A-4C6E-FFCC-58DF-A3D91FB8C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ServiceProvisioning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8382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8EF2-C6B9-71AD-D6A3-57607E3A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FD4B3B28-6DF9-616B-1EA8-1567C246E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SystemOperations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12244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63D2A-5A29-142C-675F-D4D1CC36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971B50DC-F0F7-08B4-DCC7-9DD7C9CDF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UserManagement</a:t>
            </a:r>
            <a:endParaRPr lang="en-US" sz="4000" b="1" dirty="0"/>
          </a:p>
          <a:p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30025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0CFC-DC8F-B900-B372-675A2C2EC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E22E3EB-4B52-F511-F8B7-41F4814F8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TaskManager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790303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323B-A6E0-5E38-3441-B7B3C645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9C331AA-EE23-3130-79F4-C42562EF3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SystemConfiguration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42253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B0079-7319-3CFA-B0EA-1A211C0E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6A62573-F0CF-1D7C-1A8C-A5867DD6D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UpperPanel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34215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B11F-A55B-E9B5-C6C7-DAF74071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5A42E39-8F35-C972-FD23-519C3B9C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LeftPanel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57029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19968</TotalTime>
  <Words>170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Yuval Dahan</dc:creator>
  <cp:lastModifiedBy>Yuval Dahan</cp:lastModifiedBy>
  <cp:revision>620</cp:revision>
  <dcterms:created xsi:type="dcterms:W3CDTF">2026-01-19T16:24:30Z</dcterms:created>
  <dcterms:modified xsi:type="dcterms:W3CDTF">2026-07-27T14:14:45Z</dcterms:modified>
</cp:coreProperties>
</file>