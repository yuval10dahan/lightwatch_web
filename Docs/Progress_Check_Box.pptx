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2" r:id="rId2"/>
    <p:sldId id="256" r:id="rId3"/>
    <p:sldId id="273" r:id="rId4"/>
    <p:sldId id="257" r:id="rId5"/>
    <p:sldId id="274" r:id="rId6"/>
    <p:sldId id="258" r:id="rId7"/>
    <p:sldId id="259" r:id="rId8"/>
    <p:sldId id="275" r:id="rId9"/>
    <p:sldId id="260" r:id="rId10"/>
    <p:sldId id="268" r:id="rId11"/>
    <p:sldId id="284" r:id="rId12"/>
    <p:sldId id="276" r:id="rId13"/>
    <p:sldId id="261" r:id="rId14"/>
    <p:sldId id="277" r:id="rId15"/>
    <p:sldId id="267" r:id="rId16"/>
    <p:sldId id="278" r:id="rId17"/>
    <p:sldId id="262" r:id="rId18"/>
    <p:sldId id="269" r:id="rId19"/>
    <p:sldId id="285" r:id="rId20"/>
    <p:sldId id="279" r:id="rId21"/>
    <p:sldId id="263" r:id="rId22"/>
    <p:sldId id="280" r:id="rId23"/>
    <p:sldId id="264" r:id="rId24"/>
    <p:sldId id="281" r:id="rId25"/>
    <p:sldId id="265" r:id="rId26"/>
    <p:sldId id="286" r:id="rId27"/>
    <p:sldId id="282" r:id="rId28"/>
    <p:sldId id="266" r:id="rId29"/>
    <p:sldId id="283" r:id="rId30"/>
    <p:sldId id="271" r:id="rId31"/>
    <p:sldId id="27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2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95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0A58-6F12-57E8-067E-77838093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92FA0D19-4D20-EFAB-8B89-EC92C74C9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LoginPage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67218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clear_login_fields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DF7320-6AB9-9263-E2A1-639D66C09407}"/>
              </a:ext>
            </a:extLst>
          </p:cNvPr>
          <p:cNvSpPr txBox="1"/>
          <p:nvPr/>
        </p:nvSpPr>
        <p:spPr>
          <a:xfrm>
            <a:off x="10010968" y="3523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4B11F-A55B-E9B5-C6C7-DAF7407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5A42E39-8F35-C972-FD23-519C3B9C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LeftPanel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157029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09108-7A95-0D0E-CFEE-3D8DD8B9F91C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6A20-FE58-B85C-A834-9F8123B7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5CE5B26-66CB-4C53-263C-6E22693E4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ManagementMap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83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double_click_on_element_via_the_map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get_number_of_elements_inside_chassis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navigation_info_expand_element_byClick_on_arrow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navigation_info_shrink_element_byClick_on_arrow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element_details_click_chassis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element_details_click_faults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 ✅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 ✅</a:t>
            </a:r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C5E475-1F92-FE00-35EE-7AC729FBAED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2214-F475-13D7-6DF1-5173A684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3AD3395-1344-BD92-8EB6-9F4683048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ServiceList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11629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click_on_inventory_tree_icon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click_on_events_history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click_on_alarms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click_on_alarms_summary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get_all_events_history</a:t>
            </a:r>
            <a:r>
              <a:rPr lang="en-US" sz="1600" dirty="0"/>
              <a:t> -  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get_alarms_summary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7353-2538-3D94-64E4-3480F295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EBC5D-5075-B35A-3806-9CC2FAD5F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DB260-E4C5-1F77-3774-75A0E697150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62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9D46-3792-211E-0FD0-58A7856C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5EDD87A-4C6E-FFCC-58DF-A3D91FB8C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ServiceProvisioning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83824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28BF2-8D6D-35E5-85E0-D8A5C98E87C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480DE-6450-A357-846F-0C6AE08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D43B129-6B14-2652-80FF-C5DD1ED93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1388659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A1AD1-2C93-BF47-8C33-925EB29D908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CD5-DC82-4F09-E2CE-2519EA751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E1D2BD03-A369-1631-A929-185F1E390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DeviceDiscovery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038265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click_ICMP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click_SNMPv2 – ✅</a:t>
            </a:r>
          </a:p>
          <a:p>
            <a:pPr algn="l"/>
            <a:r>
              <a:rPr lang="en-US" sz="1600" dirty="0"/>
              <a:t>click_SNMPv3 - ✅</a:t>
            </a:r>
          </a:p>
          <a:p>
            <a:pPr algn="l"/>
            <a:r>
              <a:rPr lang="en-US" sz="1600" dirty="0" err="1"/>
              <a:t>click_start_discovery_for_IP_range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click_stop_discovery_for_ip_range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✅</a:t>
            </a:r>
          </a:p>
          <a:p>
            <a:pPr algn="l"/>
            <a:r>
              <a:rPr lang="en-US" sz="1600" dirty="0"/>
              <a:t>get_SNMPv2_read_community - ✅</a:t>
            </a:r>
          </a:p>
          <a:p>
            <a:pPr algn="l"/>
            <a:r>
              <a:rPr lang="en-US" sz="1600" dirty="0"/>
              <a:t>set_SNMPv2_write_community - ✅</a:t>
            </a:r>
          </a:p>
          <a:p>
            <a:pPr algn="l"/>
            <a:r>
              <a:rPr lang="en-US" sz="1600" dirty="0"/>
              <a:t>get_SNMPv2_write_community - ✅</a:t>
            </a:r>
          </a:p>
          <a:p>
            <a:pPr algn="l"/>
            <a:r>
              <a:rPr lang="en-US" sz="1600" dirty="0"/>
              <a:t>set_SNMPv2_admin_community - ✅</a:t>
            </a:r>
          </a:p>
          <a:p>
            <a:pPr algn="l"/>
            <a:r>
              <a:rPr lang="en-US" sz="1600" dirty="0"/>
              <a:t>get_SNMPv2_admin_community - ✅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set_SNMPv2_contact_port - ✅</a:t>
            </a:r>
          </a:p>
          <a:p>
            <a:pPr algn="l"/>
            <a:r>
              <a:rPr lang="en-US" sz="1600" dirty="0"/>
              <a:t>get_SNMPv2_contact_port - ✅</a:t>
            </a:r>
          </a:p>
          <a:p>
            <a:pPr algn="l"/>
            <a:r>
              <a:rPr lang="en-US" sz="1600" dirty="0" err="1"/>
              <a:t>set_performance_transport_protocol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get_performance_transport_protocol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set_SNMPv3_username – ✅</a:t>
            </a:r>
          </a:p>
          <a:p>
            <a:pPr algn="l"/>
            <a:r>
              <a:rPr lang="en-US" sz="1600" dirty="0"/>
              <a:t>get_SNMPv3_username – ✅</a:t>
            </a:r>
          </a:p>
          <a:p>
            <a:pPr algn="l"/>
            <a:r>
              <a:rPr lang="en-US" sz="1600" dirty="0"/>
              <a:t>set_SNMPv3_security_level – ✅</a:t>
            </a:r>
          </a:p>
          <a:p>
            <a:pPr algn="l"/>
            <a:r>
              <a:rPr lang="en-US" sz="1600" dirty="0"/>
              <a:t>get_SNMPv3_security_level – ✅</a:t>
            </a:r>
          </a:p>
          <a:p>
            <a:pPr algn="l"/>
            <a:r>
              <a:rPr lang="en-US" sz="1600" dirty="0"/>
              <a:t>set_SNMPv3_authentication_protocol – ✅</a:t>
            </a:r>
          </a:p>
          <a:p>
            <a:pPr algn="l"/>
            <a:r>
              <a:rPr lang="en-US" sz="1600" dirty="0"/>
              <a:t>get_SNMPv3_authentication_protocol – ✅</a:t>
            </a:r>
          </a:p>
          <a:p>
            <a:pPr algn="l"/>
            <a:r>
              <a:rPr lang="en-US" sz="1600" dirty="0"/>
              <a:t>set_SNMPv3_authentication_password – ✅</a:t>
            </a:r>
          </a:p>
          <a:p>
            <a:pPr algn="l"/>
            <a:r>
              <a:rPr lang="en-US" sz="1600" dirty="0"/>
              <a:t>get_SNMPv3_authentication_password – ✅</a:t>
            </a:r>
          </a:p>
          <a:p>
            <a:pPr algn="l"/>
            <a:r>
              <a:rPr lang="en-US" sz="1600" dirty="0"/>
              <a:t>set_SNMPv3_privacy_protocol – ✅</a:t>
            </a:r>
          </a:p>
          <a:p>
            <a:pPr algn="l"/>
            <a:r>
              <a:rPr lang="en-US" sz="1600" dirty="0"/>
              <a:t>get_SNMPv3_privacy_protocol – ✅</a:t>
            </a:r>
          </a:p>
          <a:p>
            <a:pPr algn="l"/>
            <a:r>
              <a:rPr lang="en-US" sz="1600" dirty="0"/>
              <a:t>set_SNMPv3_privacy_password – ✅</a:t>
            </a:r>
          </a:p>
          <a:p>
            <a:pPr algn="l"/>
            <a:r>
              <a:rPr lang="en-US" sz="1600" dirty="0"/>
              <a:t>get_SNMPv3_privacy_password - ✅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0A00-236B-F29C-BCBB-8C667237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81F859-8B74-9346-6E3F-9BC02668C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800" dirty="0"/>
              <a:t>set_SNMPv3_contact_port – ✅ </a:t>
            </a:r>
          </a:p>
          <a:p>
            <a:pPr algn="l"/>
            <a:r>
              <a:rPr lang="en-US" sz="1800" dirty="0"/>
              <a:t>get_SNMPv3_contact_port – ✅</a:t>
            </a:r>
          </a:p>
          <a:p>
            <a:pPr algn="l"/>
            <a:r>
              <a:rPr lang="en-US" sz="1800" dirty="0" err="1"/>
              <a:t>click_reset_to_default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click_save_as_default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confirm_default_override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reject_default_override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click_start_discovery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close_device_discovery</a:t>
            </a:r>
            <a:r>
              <a:rPr lang="en-US" sz="1800" dirty="0"/>
              <a:t> - ✅</a:t>
            </a:r>
          </a:p>
          <a:p>
            <a:pPr algn="l"/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D0AC7-5B97-6B06-6F5C-89570047182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4536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4BDF-0816-5E11-9FA2-DE07C4D1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2F55FD8-5028-8AEB-A47D-B215E49F3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DomainManagement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825907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click_add_domain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click_remove_domain_btn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click_remove_chassis_btn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click_remove_device_btn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remove_device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click_rename_chassis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click_change_CHASSIS_ID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click_move_to_domain_mode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D8DE8-A963-163D-E1B6-F20CED52B90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FA5-73CC-9237-9B1E-D0040A687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25F3653-7CB3-F05E-4D8F-574AC960C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3758202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E668BA-BFB9-8E1F-7769-3B26A71174C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475FA-681D-A19E-4F19-9C5ECBA6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50B5ED-76A2-528B-5BFF-E199171F4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Alarms and Events</a:t>
            </a:r>
          </a:p>
        </p:txBody>
      </p:sp>
    </p:spTree>
    <p:extLst>
      <p:ext uri="{BB962C8B-B14F-4D97-AF65-F5344CB8AC3E}">
        <p14:creationId xmlns:p14="http://schemas.microsoft.com/office/powerpoint/2010/main" val="980340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set_all_severities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set_all_categories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select_all_domains_filterBy_domain_or_chassis</a:t>
            </a:r>
            <a:r>
              <a:rPr lang="en-US" sz="1600" dirty="0"/>
              <a:t>(when Filter by is on Domain/chassis)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D1432-91F2-3424-F82D-3403B895C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27567B-287A-D08E-0E39-C833D8C1C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message_check_exact_match_only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message_uncheck_exact_match_only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check_Ack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clear_alert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12F797-AC80-C4F0-DF53-D945A8E92D2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93295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78EF2-C6B9-71AD-D6A3-57607E3A8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4B3B28-6DF9-616B-1EA8-1567C246E9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CommonFunctions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122448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DE7F8-7FCC-694F-4F6C-53ACBB2CC093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0079-7319-3CFA-B0EA-1A211C0E1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6A62573-F0CF-1D7C-1A8C-A5867DD6D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UpperPanel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4215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14C1-12E4-39B3-6222-2761FFB2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28B494-2BF6-D126-2627-C250C35A6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upper_panel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click_on_avatar_icon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click_on_change_password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get_username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set_username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set_current_password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set_new_password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set_confirm_password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click_save_new_password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click_on_global_search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set_global_search_value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close_global_search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click_on_sub_domains_dropdown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select_sub_domain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click_on_domains_dropdown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select_domain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BD85CC-DEA6-5756-19AA-2817939B29DA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75%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826463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10787</TotalTime>
  <Words>2100</Words>
  <Application>Microsoft Office PowerPoint</Application>
  <PresentationFormat>Widescreen</PresentationFormat>
  <Paragraphs>387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378</cp:revision>
  <dcterms:created xsi:type="dcterms:W3CDTF">2026-01-19T16:24:30Z</dcterms:created>
  <dcterms:modified xsi:type="dcterms:W3CDTF">2026-02-19T16:39:08Z</dcterms:modified>
</cp:coreProperties>
</file>