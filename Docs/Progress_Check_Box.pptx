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7" r:id="rId9"/>
    <p:sldId id="262" r:id="rId10"/>
    <p:sldId id="269" r:id="rId11"/>
    <p:sldId id="263" r:id="rId12"/>
    <p:sldId id="264" r:id="rId13"/>
    <p:sldId id="265" r:id="rId14"/>
    <p:sldId id="266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 Class: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element_details_chassis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element_details_info</a:t>
            </a:r>
            <a:r>
              <a:rPr lang="en-US" sz="1600" dirty="0"/>
              <a:t> –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start_discovery_for_IP_range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</a:t>
            </a:r>
          </a:p>
          <a:p>
            <a:pPr algn="l"/>
            <a:r>
              <a:rPr lang="en-US" sz="1600" dirty="0"/>
              <a:t>get_SNMPv2_read_community - </a:t>
            </a:r>
          </a:p>
          <a:p>
            <a:pPr algn="l"/>
            <a:r>
              <a:rPr lang="en-US" sz="1600" dirty="0"/>
              <a:t>set_SNMPv2_write_community - </a:t>
            </a:r>
          </a:p>
          <a:p>
            <a:pPr algn="l"/>
            <a:r>
              <a:rPr lang="en-US" sz="1600" dirty="0"/>
              <a:t>get_SNMPv2_write_community - </a:t>
            </a:r>
          </a:p>
          <a:p>
            <a:pPr algn="l"/>
            <a:r>
              <a:rPr lang="en-US" sz="1600" dirty="0"/>
              <a:t>set_SNMPv2_admin_community - </a:t>
            </a:r>
          </a:p>
          <a:p>
            <a:pPr algn="l"/>
            <a:r>
              <a:rPr lang="en-US" sz="1600" dirty="0"/>
              <a:t>get_SNMPv2_admin_community - </a:t>
            </a:r>
          </a:p>
          <a:p>
            <a:pPr algn="l"/>
            <a:r>
              <a:rPr lang="en-US" sz="1600" dirty="0"/>
              <a:t>set_SNMPv2_contact_port - </a:t>
            </a:r>
          </a:p>
          <a:p>
            <a:pPr algn="l"/>
            <a:r>
              <a:rPr lang="en-US" sz="1600" dirty="0"/>
              <a:t>get_SNMPv2_contact_port - </a:t>
            </a:r>
          </a:p>
          <a:p>
            <a:pPr algn="l"/>
            <a:r>
              <a:rPr lang="en-US" sz="1600" dirty="0"/>
              <a:t>set_SNMPv2_performance_transport_protocol - </a:t>
            </a:r>
          </a:p>
          <a:p>
            <a:pPr algn="l"/>
            <a:r>
              <a:rPr lang="en-US" sz="1600" dirty="0"/>
              <a:t>get_SNMPv2_performance_transport_protocol – 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set_SNMPv3_username – </a:t>
            </a:r>
          </a:p>
          <a:p>
            <a:pPr algn="l"/>
            <a:r>
              <a:rPr lang="en-US" sz="1600" dirty="0"/>
              <a:t>get_SNMPv3_username – </a:t>
            </a:r>
          </a:p>
          <a:p>
            <a:pPr algn="l"/>
            <a:r>
              <a:rPr lang="en-US" sz="1600" dirty="0"/>
              <a:t>set_SNMPv3_security_level – </a:t>
            </a:r>
          </a:p>
          <a:p>
            <a:pPr algn="l"/>
            <a:r>
              <a:rPr lang="en-US" sz="1600" dirty="0"/>
              <a:t>get_SNMPv3_security_level – </a:t>
            </a:r>
          </a:p>
          <a:p>
            <a:pPr algn="l"/>
            <a:r>
              <a:rPr lang="en-US" sz="1600" dirty="0"/>
              <a:t>set_SNMPv3_contact_port – </a:t>
            </a:r>
          </a:p>
          <a:p>
            <a:pPr algn="l"/>
            <a:r>
              <a:rPr lang="en-US" sz="1600" dirty="0"/>
              <a:t>get_SNMPv3_contact_port – </a:t>
            </a:r>
          </a:p>
          <a:p>
            <a:pPr algn="l"/>
            <a:r>
              <a:rPr lang="en-US" sz="1600" dirty="0"/>
              <a:t>set_SNMPv3_performance_transport_protocol - </a:t>
            </a:r>
          </a:p>
          <a:p>
            <a:pPr algn="l"/>
            <a:r>
              <a:rPr lang="en-US" sz="1600" dirty="0"/>
              <a:t>get_SNMPv3_performance_transport_protocol - </a:t>
            </a:r>
          </a:p>
          <a:p>
            <a:pPr algn="l"/>
            <a:r>
              <a:rPr lang="en-US" sz="1600" dirty="0" err="1"/>
              <a:t>reset_to_default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save_as_default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start_discovery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close_device_discovery</a:t>
            </a:r>
            <a:r>
              <a:rPr lang="en-US" sz="16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-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2832</TotalTime>
  <Words>1323</Words>
  <Application>Microsoft Office PowerPoint</Application>
  <PresentationFormat>Widescreen</PresentationFormat>
  <Paragraphs>202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157</cp:revision>
  <dcterms:created xsi:type="dcterms:W3CDTF">2026-01-19T16:24:30Z</dcterms:created>
  <dcterms:modified xsi:type="dcterms:W3CDTF">2026-01-22T14:20:23Z</dcterms:modified>
</cp:coreProperties>
</file>