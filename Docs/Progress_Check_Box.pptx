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 Class: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  <a:endParaRPr lang="en-US" sz="11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element_details_chassis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element_details_services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</a:t>
            </a:r>
          </a:p>
          <a:p>
            <a:pPr algn="l"/>
            <a:r>
              <a:rPr lang="en-US" sz="1600" dirty="0" err="1"/>
              <a:t>element_details_info</a:t>
            </a:r>
            <a:r>
              <a:rPr lang="en-US" sz="1600" dirty="0"/>
              <a:t> –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f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f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f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f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f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f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f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</TotalTime>
  <Words>464</Words>
  <Application>Microsoft Office PowerPoint</Application>
  <PresentationFormat>Widescreen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67</cp:revision>
  <dcterms:created xsi:type="dcterms:W3CDTF">2026-01-19T16:24:30Z</dcterms:created>
  <dcterms:modified xsi:type="dcterms:W3CDTF">2026-01-20T17:42:02Z</dcterms:modified>
</cp:coreProperties>
</file>