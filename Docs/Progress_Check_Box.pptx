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2" r:id="rId2"/>
    <p:sldId id="256" r:id="rId3"/>
    <p:sldId id="273" r:id="rId4"/>
    <p:sldId id="257" r:id="rId5"/>
    <p:sldId id="274" r:id="rId6"/>
    <p:sldId id="258" r:id="rId7"/>
    <p:sldId id="259" r:id="rId8"/>
    <p:sldId id="287" r:id="rId9"/>
    <p:sldId id="275" r:id="rId10"/>
    <p:sldId id="284" r:id="rId11"/>
    <p:sldId id="288" r:id="rId12"/>
    <p:sldId id="276" r:id="rId13"/>
    <p:sldId id="261" r:id="rId14"/>
    <p:sldId id="289" r:id="rId15"/>
    <p:sldId id="277" r:id="rId16"/>
    <p:sldId id="267" r:id="rId17"/>
    <p:sldId id="278" r:id="rId18"/>
    <p:sldId id="262" r:id="rId19"/>
    <p:sldId id="269" r:id="rId20"/>
    <p:sldId id="285" r:id="rId21"/>
    <p:sldId id="279" r:id="rId22"/>
    <p:sldId id="263" r:id="rId23"/>
    <p:sldId id="280" r:id="rId24"/>
    <p:sldId id="264" r:id="rId25"/>
    <p:sldId id="281" r:id="rId26"/>
    <p:sldId id="265" r:id="rId27"/>
    <p:sldId id="286" r:id="rId28"/>
    <p:sldId id="282" r:id="rId29"/>
    <p:sldId id="266" r:id="rId30"/>
    <p:sldId id="283" r:id="rId31"/>
    <p:sldId id="271" r:id="rId32"/>
    <p:sldId id="290" r:id="rId33"/>
    <p:sldId id="27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5D8E4-A320-4C82-BF1E-497B145FD5B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7B12C-7140-415A-B0C1-FFF42EF03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7B12C-7140-415A-B0C1-FFF42EF030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21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3037D-F94E-58D2-DEBD-CF7270B50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CEA08-FA72-E286-E6C8-55DE9B025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E882D-0710-02AC-80AA-1BCA5BCB3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2C158-C0CD-95BF-BACF-00F90F49D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7B12C-7140-415A-B0C1-FFF42EF030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37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B14F-C138-9327-298C-5A1101E6F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71A45-61A2-D78E-1C05-DD213B489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6062E-8021-28AE-965B-7D7CCEBD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433C7-383D-E56D-7DCA-F98BBAF3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5B828-13C1-4083-778F-2554E7E6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25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ADF28-0E14-7874-1B74-C5BD40CE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02B8E-567D-220B-0E74-471DD0CA7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13519-DC91-0805-8A60-D740A6B9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60765-D3E8-AB02-56AF-D6230A54C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155CE-0387-96C2-0F05-5C742A1E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4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8E45-0A4B-222E-13F9-E8F03AE44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360E6-488A-4179-E005-278816931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EF4C4-1A2D-173F-36B6-6F29363AA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5ADA3-62DC-88E7-AC0D-8847E7402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9C848-A166-EE99-DE65-27F230EF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3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181A-F2B4-E400-E84C-D16544FC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C4A68-D592-EF12-D903-A69B25B7F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3B59F-D88A-6F4D-3FFF-A0376C718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DB94A-4D1E-74FF-27EC-D2BF7C40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016EE-1F4D-2F04-AD56-DDFC9BA7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486BA-6FC8-91E8-A624-E332C2B0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8CA88-62B1-3211-0B5D-851FE456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8775C-42BF-D0F5-274B-C5E52EE32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C9634-08A7-7813-9AA6-06F6C01A8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2D117-7B6B-F5EF-0C24-E3A1908A7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B3701-D1A4-CAA2-73C9-B3068426B6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5A22A-0D35-E6DF-8B17-4FEDEF0F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5A629-E046-28E6-AE1E-588B3A0AA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F9DFE-0D4B-E746-99F1-BEBD6F55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47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EFA3-DA4A-0858-4921-B92E70B3A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F32A7-FCAD-711E-5AC7-17987F66B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5114C-DD8F-1321-DADE-88C1D814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4EB44-3C6B-4741-ED7C-C4A85578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9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98B64A-E05D-C870-ECFA-78066BC91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E5448-59B5-7D98-D1B8-C9081B3C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59C7B-35FE-2396-C67C-E8F00D1D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1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03D0-492C-940F-E475-E5235E06D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1A102-F9AA-1278-197D-2762FBC87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EBC5E-AB50-9905-0945-9FCFA2B51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384AE-0CA9-A40A-BDD3-7B37798E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81CBB-D99E-83DF-D3A3-3903C1CC8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792C0-164C-0B86-385F-8F5AE82A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7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8C43-C3FE-3E3E-F9B4-31291F31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775CD-1326-66E0-5D16-A395AE9FB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C3417-9EBA-D4E2-9891-4206ABE14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62BE7-00B8-AA51-A32A-3975C1701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00229-CA33-F5EE-FE38-437BA77D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14684-FEE5-B142-8A1C-775FDDCC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4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9C74-3CF7-6FAD-C09F-B591A2A6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B1007-0E82-BE71-47A7-39C7777E5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FDFA9-8ADE-1399-AD36-ED694F92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A564C-E686-30E7-0452-6ED79C9F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82AAB-FF30-3AEF-7FB1-3B334812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085580-26F3-7323-3FC1-85250EE40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E831E-2CD8-91D3-0672-D2273B291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235B0-5E22-E7C1-9BB3-3CDA693D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814F-3A2E-4FCD-B679-678770FA1B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A1C11-2DF1-FD12-9DF7-481AE34DC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C66A9-B679-13A3-38F3-91991E6D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8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5DD98-28F5-7B6B-9F71-0AF49FC15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3CE60-0D6A-8D56-9B08-F7F9E8CD1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AC4F-F3DD-ECAF-8329-A727C5147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D814F-3A2E-4FCD-B679-678770FA1B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01D25-DCE5-DFB7-B1DD-89F03ACDC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16ABB-2602-FFB8-EFF2-A2B956EFB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64F6A-1FAF-452F-900A-9414D72C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32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30A58-6F12-57E8-067E-778380931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92FA0D19-4D20-EFAB-8B89-EC92C74C9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LoginPage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367218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3A5C60-4C47-A859-5AF8-BA3EB255F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LoginPage</a:t>
            </a:r>
            <a:r>
              <a:rPr lang="en-US" sz="1800" b="1" dirty="0"/>
              <a:t>: (6 functions)</a:t>
            </a:r>
          </a:p>
          <a:p>
            <a:pPr algn="l"/>
            <a:r>
              <a:rPr lang="en-US" sz="1600" dirty="0"/>
              <a:t>Init – ✅</a:t>
            </a:r>
            <a:endParaRPr lang="en-US" sz="1100" dirty="0"/>
          </a:p>
          <a:p>
            <a:pPr algn="l"/>
            <a:r>
              <a:rPr lang="en-US" sz="1600" dirty="0" err="1"/>
              <a:t>goto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/>
              <a:t>login – ✅</a:t>
            </a:r>
          </a:p>
          <a:p>
            <a:pPr algn="l"/>
            <a:r>
              <a:rPr lang="en-US" sz="1600" dirty="0"/>
              <a:t>logout – ✅</a:t>
            </a:r>
          </a:p>
          <a:p>
            <a:pPr algn="l"/>
            <a:r>
              <a:rPr lang="en-US" sz="1600" dirty="0" err="1"/>
              <a:t>click_reload_button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clear_login_fields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DF7320-6AB9-9263-E2A1-639D66C09407}"/>
              </a:ext>
            </a:extLst>
          </p:cNvPr>
          <p:cNvSpPr txBox="1"/>
          <p:nvPr/>
        </p:nvSpPr>
        <p:spPr>
          <a:xfrm>
            <a:off x="10010968" y="3523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50013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B11F-A55B-E9B5-C6C7-DAF740710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5A42E39-8F35-C972-FD23-519C3B9C8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LeftPanel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15702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4520-17B8-7881-824C-E16EAE67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004CC3-BCDA-C4DD-419F-7B18EECEE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Left_Panel</a:t>
            </a:r>
            <a:r>
              <a:rPr lang="en-US" sz="1800" b="1" dirty="0"/>
              <a:t>: (15 functions)</a:t>
            </a:r>
          </a:p>
          <a:p>
            <a:pPr algn="l"/>
            <a:r>
              <a:rPr lang="en-US" sz="1600" dirty="0"/>
              <a:t>Init – ✅</a:t>
            </a:r>
          </a:p>
          <a:p>
            <a:pPr algn="l"/>
            <a:r>
              <a:rPr lang="en-US" sz="1600" dirty="0" err="1"/>
              <a:t>click_network_topology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click_service_list</a:t>
            </a:r>
            <a:r>
              <a:rPr lang="en-US" sz="1600" dirty="0"/>
              <a:t> –✅</a:t>
            </a:r>
          </a:p>
          <a:p>
            <a:pPr algn="l"/>
            <a:r>
              <a:rPr lang="en-US" sz="1600" dirty="0" err="1"/>
              <a:t>click_service_provisioning</a:t>
            </a:r>
            <a:r>
              <a:rPr lang="en-US" sz="1600" dirty="0"/>
              <a:t> -✅</a:t>
            </a:r>
          </a:p>
          <a:p>
            <a:pPr algn="l"/>
            <a:r>
              <a:rPr lang="en-US" sz="1600" dirty="0" err="1"/>
              <a:t>click_performance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click_device_discovery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click_domain_management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click_inventory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click_alarms_and_events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click_system_operations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click_user_management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click_task_manager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click_system_configuration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click_logout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click_reload_button</a:t>
            </a:r>
            <a:r>
              <a:rPr lang="en-US" sz="1600" dirty="0"/>
              <a:t> - 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09108-7A95-0D0E-CFEE-3D8DD8B9F91C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16704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A6A20-FE58-B85C-A834-9F8123B7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A5CE5B26-66CB-4C53-263C-6E22693E4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NetworkTopology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98308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C8C7-C6ED-A40D-81E7-B68106D6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26BC10-9183-29F5-8490-B9E7DABC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1800" b="1" dirty="0" err="1"/>
              <a:t>Network_topology</a:t>
            </a:r>
            <a:r>
              <a:rPr lang="en-US" sz="1800" b="1" dirty="0"/>
              <a:t>: (45 functions)</a:t>
            </a:r>
          </a:p>
          <a:p>
            <a:pPr algn="l"/>
            <a:r>
              <a:rPr lang="en-US" sz="1600" dirty="0" err="1"/>
              <a:t>show_alarms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hide_alarms</a:t>
            </a:r>
            <a:r>
              <a:rPr lang="en-US" sz="1600" dirty="0"/>
              <a:t>– ✅</a:t>
            </a:r>
          </a:p>
          <a:p>
            <a:pPr algn="l"/>
            <a:r>
              <a:rPr lang="en-US" sz="1600" dirty="0" err="1"/>
              <a:t>get_alarms_status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show_critical_major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hide_critical_major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show_minor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hide_minor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show_cleared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hide_cleared</a:t>
            </a:r>
            <a:r>
              <a:rPr lang="en-US" sz="1600" dirty="0"/>
              <a:t>  - ✅</a:t>
            </a:r>
          </a:p>
          <a:p>
            <a:pPr algn="l"/>
            <a:r>
              <a:rPr lang="en-US" sz="1600" dirty="0" err="1"/>
              <a:t>unlock_map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save_and_lock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discard_and_lock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double_click_on_element_via_the_map_by_data_id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click_on_element_via_the_map_by_data_id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double_click_on_element_via_the_map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click_on_element_via_the_map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get_number_of_elements_inside_chassis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get_map_element_color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enable_chassis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enable_OTN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enable_ROADM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enable_manage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map_zoom_in</a:t>
            </a:r>
            <a:r>
              <a:rPr lang="en-US" sz="1600" dirty="0"/>
              <a:t> - ✅</a:t>
            </a:r>
          </a:p>
        </p:txBody>
      </p:sp>
    </p:spTree>
    <p:extLst>
      <p:ext uri="{BB962C8B-B14F-4D97-AF65-F5344CB8AC3E}">
        <p14:creationId xmlns:p14="http://schemas.microsoft.com/office/powerpoint/2010/main" val="773866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2ED1-A80A-B815-0803-6A307F02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1A5D54-FA3C-1ADC-631A-DFEC57BA8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Network_topology</a:t>
            </a:r>
            <a:r>
              <a:rPr lang="en-US" sz="1800" b="1" dirty="0"/>
              <a:t>: (45 functions)</a:t>
            </a:r>
          </a:p>
          <a:p>
            <a:pPr algn="l"/>
            <a:r>
              <a:rPr lang="en-US" sz="1600" dirty="0" err="1"/>
              <a:t>map_zoom_out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get_zoom_percentage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reset_zoom_percentage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show_navigation_info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hide_navigation_info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get_navigation_info_elements_list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is_element_exist_on_navigation_info_list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navigation_info_double_click_on_element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navigation_info_open_element_details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navigation_info_close_element_details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navigation_info_expand_element_byClick_on_arrow</a:t>
            </a:r>
            <a:r>
              <a:rPr lang="en-US" sz="1600" dirty="0"/>
              <a:t> -  ✅</a:t>
            </a:r>
          </a:p>
          <a:p>
            <a:pPr algn="l"/>
            <a:r>
              <a:rPr lang="en-US" sz="1600" dirty="0" err="1"/>
              <a:t>navigation_info_shrink_element_byClick_on_arrow</a:t>
            </a:r>
            <a:r>
              <a:rPr lang="en-US" sz="1600" dirty="0"/>
              <a:t> -  ✅</a:t>
            </a:r>
          </a:p>
          <a:p>
            <a:pPr algn="l"/>
            <a:r>
              <a:rPr lang="en-US" sz="1600" dirty="0" err="1"/>
              <a:t>element_details_click_on_chassis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element_details_click_on_services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element_details_click_on_faults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element_details_click_on_info</a:t>
            </a:r>
            <a:r>
              <a:rPr lang="en-US" sz="1600" dirty="0"/>
              <a:t> – ✅</a:t>
            </a:r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90981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CD319-AAEF-C192-731E-C069EF7E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B9D06-2E6E-9296-EFB8-93FF37147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Network_topology</a:t>
            </a:r>
            <a:r>
              <a:rPr lang="en-US" sz="1800" b="1" dirty="0"/>
              <a:t>: (45 functions)</a:t>
            </a:r>
          </a:p>
          <a:p>
            <a:pPr algn="l"/>
            <a:r>
              <a:rPr lang="en-US" sz="1600" dirty="0" err="1"/>
              <a:t>element_details_faults_click_on_alarms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element_details_faults_view_all_alarms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element_details_faults_get_all_alarms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element_details_faults_click_on_events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element_details_faults_view_all</a:t>
            </a:r>
            <a:r>
              <a:rPr lang="en-US" sz="1600" dirty="0"/>
              <a:t> _events – ✅</a:t>
            </a:r>
          </a:p>
          <a:p>
            <a:pPr algn="l"/>
            <a:r>
              <a:rPr lang="en-US" sz="1600" dirty="0" err="1"/>
              <a:t>element_details_faults_get_all</a:t>
            </a:r>
            <a:r>
              <a:rPr lang="en-US" sz="1600" dirty="0"/>
              <a:t> _events – ✅</a:t>
            </a:r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53531-F67C-D418-17FD-EA336F43A993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27015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12214-F475-13D7-6DF1-5173A684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3AD3395-1344-BD92-8EB6-9F4683048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ServiceList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311629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C7353-2538-3D94-64E4-3480F295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CEBC5D-5075-B35A-3806-9CC2FAD5F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service_list</a:t>
            </a:r>
            <a:r>
              <a:rPr lang="en-US" sz="1800" b="1" dirty="0"/>
              <a:t>: </a:t>
            </a:r>
            <a:r>
              <a:rPr lang="en-US" sz="1600" b="1" dirty="0"/>
              <a:t>(19 functions)</a:t>
            </a:r>
            <a:endParaRPr lang="en-US" sz="1600" dirty="0"/>
          </a:p>
          <a:p>
            <a:pPr algn="l"/>
            <a:r>
              <a:rPr lang="en-US" sz="1600" dirty="0" err="1"/>
              <a:t>set_service_name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select_service_layer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set_all_service_layers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get_all_selected_service_layers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close_service_layer_dropdown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remove_service_layer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remove_all_service_layers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select_protection_type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set_all_protection_types</a:t>
            </a:r>
            <a:r>
              <a:rPr lang="en-US" sz="1600" dirty="0"/>
              <a:t> - ✅ </a:t>
            </a:r>
          </a:p>
          <a:p>
            <a:pPr algn="l"/>
            <a:r>
              <a:rPr lang="en-US" sz="1600" dirty="0" err="1"/>
              <a:t>get_all_selected_protection_types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close_protection_type_dropdown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remove_protection_type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remove_all_protection_types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get_filter_by</a:t>
            </a:r>
            <a:r>
              <a:rPr lang="en-US" sz="1600" dirty="0"/>
              <a:t>  - ✅</a:t>
            </a:r>
          </a:p>
          <a:p>
            <a:pPr algn="l"/>
            <a:r>
              <a:rPr lang="en-US" sz="1600" dirty="0" err="1"/>
              <a:t>set_filter_by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More </a:t>
            </a:r>
            <a:r>
              <a:rPr lang="en-US" sz="1600" dirty="0" err="1"/>
              <a:t>Fuctions</a:t>
            </a:r>
            <a:r>
              <a:rPr lang="en-US" sz="1600" dirty="0"/>
              <a:t> …..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629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5124-FFAC-F011-3072-C12D6997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87A533-30A1-9C86-17E0-827DEEB7E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service_list</a:t>
            </a:r>
            <a:r>
              <a:rPr lang="en-US" sz="1800" b="1" dirty="0"/>
              <a:t>: </a:t>
            </a:r>
            <a:r>
              <a:rPr lang="en-US" sz="1600" b="1" dirty="0"/>
              <a:t>(19 functions)</a:t>
            </a:r>
            <a:endParaRPr lang="en-US" sz="1600" dirty="0"/>
          </a:p>
          <a:p>
            <a:pPr algn="l"/>
            <a:r>
              <a:rPr lang="en-US" sz="1600" dirty="0" err="1"/>
              <a:t>get_selected_domain_or_chassis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select_domain_or_chassis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click_previous</a:t>
            </a:r>
            <a:r>
              <a:rPr lang="en-US" sz="1600" dirty="0"/>
              <a:t> -</a:t>
            </a:r>
          </a:p>
          <a:p>
            <a:pPr algn="l"/>
            <a:r>
              <a:rPr lang="en-US" sz="1600" dirty="0" err="1"/>
              <a:t>click_next</a:t>
            </a:r>
            <a:r>
              <a:rPr lang="en-US" sz="1600" dirty="0"/>
              <a:t> - 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More </a:t>
            </a:r>
            <a:r>
              <a:rPr lang="en-US" sz="1600" dirty="0" err="1"/>
              <a:t>Fuctions</a:t>
            </a:r>
            <a:r>
              <a:rPr lang="en-US" sz="1600" dirty="0"/>
              <a:t> …..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9FCDF-7262-E92F-9160-2C4C375A4606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Summary: 89%</a:t>
            </a:r>
            <a:endParaRPr 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8093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9D46-3792-211E-0FD0-58A7856C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5EDD87A-4C6E-FFCC-58DF-A3D91FB8C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ServiceProvisioning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83824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9CE3B-863D-897C-4680-1DDCEB0D6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C16FB8-3E89-BCE1-A6C8-A74EAE096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service_provisioning</a:t>
            </a:r>
            <a:r>
              <a:rPr lang="en-US" sz="1800" b="1" dirty="0"/>
              <a:t>: (28 functions)</a:t>
            </a:r>
          </a:p>
          <a:p>
            <a:pPr algn="l"/>
            <a:r>
              <a:rPr lang="en-US" sz="1600" dirty="0" err="1"/>
              <a:t>create_ROADM_service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create_OTN_service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create_CHASSIS_service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click_exit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set_ROADM_mode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set_ROADM_protection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set_ROADM_A_chassis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set_ROADM_Z_chassis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set_ROADM_provisioning_type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set_ROADM_bandwidth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set_ROADM_service_name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enable_ROADM_path_restriction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disable_ROADM_path_restriction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ROADM_service_click_next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ROADM_service_click_back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/>
              <a:t>set_ROADM_path1_A_device -</a:t>
            </a:r>
          </a:p>
          <a:p>
            <a:pPr algn="l"/>
            <a:r>
              <a:rPr lang="en-US" sz="1600" dirty="0"/>
              <a:t>set_ROADM_path1_A_port -</a:t>
            </a:r>
          </a:p>
          <a:p>
            <a:pPr algn="l"/>
            <a:r>
              <a:rPr lang="en-US" sz="1600" dirty="0"/>
              <a:t>set_ROADM_path1_Z_device -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22406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E5085-2AB8-1CDF-E65F-92B9B4A6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084EA02-EE67-C1BC-0851-23ABB86D6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service_provisioning</a:t>
            </a:r>
            <a:r>
              <a:rPr lang="en-US" sz="1800" b="1" dirty="0"/>
              <a:t>: (28 functions)</a:t>
            </a:r>
          </a:p>
          <a:p>
            <a:pPr algn="l"/>
            <a:r>
              <a:rPr lang="en-US" sz="1600" dirty="0"/>
              <a:t>set_ROADM_path1_Z_port - </a:t>
            </a:r>
          </a:p>
          <a:p>
            <a:pPr algn="l"/>
            <a:r>
              <a:rPr lang="en-US" sz="1600" dirty="0" err="1"/>
              <a:t>set_OTN_A_node</a:t>
            </a:r>
            <a:r>
              <a:rPr lang="en-US" sz="1600" dirty="0"/>
              <a:t> -</a:t>
            </a:r>
          </a:p>
          <a:p>
            <a:pPr algn="l"/>
            <a:r>
              <a:rPr lang="en-US" sz="1600" dirty="0" err="1"/>
              <a:t>set_OTN_A_port</a:t>
            </a:r>
            <a:r>
              <a:rPr lang="en-US" sz="1600" dirty="0"/>
              <a:t> - </a:t>
            </a:r>
          </a:p>
          <a:p>
            <a:pPr algn="l"/>
            <a:r>
              <a:rPr lang="en-US" sz="1600" dirty="0" err="1"/>
              <a:t>OTN_service_refresh</a:t>
            </a:r>
            <a:r>
              <a:rPr lang="en-US" sz="1600" dirty="0"/>
              <a:t> -</a:t>
            </a:r>
          </a:p>
          <a:p>
            <a:pPr algn="l"/>
            <a:r>
              <a:rPr lang="en-US" sz="1600" dirty="0" err="1"/>
              <a:t>enable_OTN_protection</a:t>
            </a:r>
            <a:r>
              <a:rPr lang="en-US" sz="1600" dirty="0"/>
              <a:t> - ✅ </a:t>
            </a:r>
          </a:p>
          <a:p>
            <a:pPr algn="l"/>
            <a:r>
              <a:rPr lang="en-US" sz="1600" dirty="0" err="1"/>
              <a:t>disable_OTN_protection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set_OTN_service_type</a:t>
            </a:r>
            <a:r>
              <a:rPr lang="en-US" sz="1600" dirty="0"/>
              <a:t> -</a:t>
            </a:r>
          </a:p>
          <a:p>
            <a:pPr algn="l"/>
            <a:r>
              <a:rPr lang="en-US" sz="1600" dirty="0" err="1"/>
              <a:t>enable_OTN_rate_limit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set_OTN_limit_to</a:t>
            </a:r>
            <a:r>
              <a:rPr lang="en-US" sz="1600" dirty="0"/>
              <a:t> -</a:t>
            </a:r>
          </a:p>
          <a:p>
            <a:pPr algn="l"/>
            <a:r>
              <a:rPr lang="en-US" sz="1600" dirty="0" err="1"/>
              <a:t>disable_OTN_rate_limit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6C903-935D-114E-CAEA-48F38DD5332D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Summary: 67%</a:t>
            </a:r>
            <a:endParaRPr 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28389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480DE-6450-A357-846F-0C6AE08B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D43B129-6B14-2652-80FF-C5DD1ED93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388659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2B45C-1FDE-27C1-140E-3DB8635A0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D874AC-1F4C-340F-8921-2E87923F4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/>
              <a:t>performance: (0 functions)</a:t>
            </a:r>
          </a:p>
          <a:p>
            <a:pPr algn="l"/>
            <a:r>
              <a:rPr lang="en-US" sz="1600" dirty="0"/>
              <a:t>pass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A1AD1-2C93-BF47-8C33-925EB29D908E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Summary: 0%</a:t>
            </a:r>
            <a:endParaRPr 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52525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3BCD5-DC82-4F09-E2CE-2519EA75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E1D2BD03-A369-1631-A929-185F1E390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DeviceDiscovery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38265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B42F-BB84-0811-FA81-86E30F14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504721-A6E2-B412-1136-64E6041FD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device_discovery</a:t>
            </a:r>
            <a:r>
              <a:rPr lang="en-US" sz="1800" b="1" dirty="0"/>
              <a:t>: (51 functions)</a:t>
            </a:r>
          </a:p>
          <a:p>
            <a:pPr algn="l"/>
            <a:r>
              <a:rPr lang="en-US" sz="1600" dirty="0" err="1"/>
              <a:t>set_IP_address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get_IP_address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is_ip_address_field_valid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click_start_discovery_for_IP_range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click_stop_discovery_for_ip_range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set_range_start_ip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get_range_start_ip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set_range_end_ip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get_range_end_ip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is_range_start_ip_field_valid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is_range_end_ip_field_valid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click_ICMP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/>
              <a:t>click_SNMPv2 – ✅</a:t>
            </a:r>
          </a:p>
          <a:p>
            <a:pPr algn="l"/>
            <a:r>
              <a:rPr lang="en-US" sz="1600" dirty="0"/>
              <a:t>click_SNMPv3 - ✅</a:t>
            </a:r>
          </a:p>
          <a:p>
            <a:pPr algn="l"/>
            <a:r>
              <a:rPr lang="en-US" sz="1600" dirty="0"/>
              <a:t>set_SNMPv2_read_community - ✅</a:t>
            </a:r>
          </a:p>
          <a:p>
            <a:pPr algn="l"/>
            <a:r>
              <a:rPr lang="en-US" sz="1600" dirty="0"/>
              <a:t>get_SNMPv2_read_community - ✅</a:t>
            </a:r>
          </a:p>
          <a:p>
            <a:pPr algn="l"/>
            <a:r>
              <a:rPr lang="en-US" sz="1600" dirty="0"/>
              <a:t>set_SNMPv2_write_community - ✅</a:t>
            </a:r>
          </a:p>
          <a:p>
            <a:pPr algn="l"/>
            <a:r>
              <a:rPr lang="en-US" sz="1600" dirty="0"/>
              <a:t>get_SNMPv2_write_community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92261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0FB77-4746-B76E-57AF-F9DBACA8D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EE4664-53D1-7F6E-C133-08C1E7188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device_discovery</a:t>
            </a:r>
            <a:r>
              <a:rPr lang="en-US" sz="1800" b="1" dirty="0"/>
              <a:t>: (51 functions)</a:t>
            </a:r>
          </a:p>
          <a:p>
            <a:pPr algn="l"/>
            <a:r>
              <a:rPr lang="en-US" sz="1600" dirty="0"/>
              <a:t>set_SNMPv2_admin_community - ✅</a:t>
            </a:r>
          </a:p>
          <a:p>
            <a:pPr algn="l"/>
            <a:r>
              <a:rPr lang="en-US" sz="1600" dirty="0"/>
              <a:t>get_SNMPv2_admin_community - ✅</a:t>
            </a:r>
          </a:p>
          <a:p>
            <a:pPr algn="l"/>
            <a:r>
              <a:rPr lang="en-US" sz="1600" dirty="0"/>
              <a:t>set_SNMPv2_contact_port - ✅</a:t>
            </a:r>
          </a:p>
          <a:p>
            <a:pPr algn="l"/>
            <a:r>
              <a:rPr lang="en-US" sz="1600" dirty="0"/>
              <a:t>get_SNMPv2_contact_port - ✅</a:t>
            </a:r>
          </a:p>
          <a:p>
            <a:pPr algn="l"/>
            <a:r>
              <a:rPr lang="en-US" sz="1600" dirty="0" err="1"/>
              <a:t>is_contact_port_field_valid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/>
              <a:t>set_SNMPv3_username – ✅</a:t>
            </a:r>
          </a:p>
          <a:p>
            <a:pPr algn="l"/>
            <a:r>
              <a:rPr lang="en-US" sz="1600" dirty="0"/>
              <a:t>get_SNMPv3_username – ✅</a:t>
            </a:r>
          </a:p>
          <a:p>
            <a:pPr algn="l"/>
            <a:r>
              <a:rPr lang="en-US" sz="1600" dirty="0"/>
              <a:t>set_SNMPv3_security_level – ✅</a:t>
            </a:r>
          </a:p>
          <a:p>
            <a:pPr algn="l"/>
            <a:r>
              <a:rPr lang="en-US" sz="1600" dirty="0"/>
              <a:t>get_SNMPv3_security_level – ✅</a:t>
            </a:r>
          </a:p>
          <a:p>
            <a:pPr algn="l"/>
            <a:r>
              <a:rPr lang="en-US" sz="1600" dirty="0"/>
              <a:t>set_SNMPv3_contact_port – ✅ </a:t>
            </a:r>
          </a:p>
          <a:p>
            <a:pPr algn="l"/>
            <a:r>
              <a:rPr lang="en-US" sz="1600" dirty="0"/>
              <a:t>get_SNMPv3_contact_port – ✅</a:t>
            </a:r>
          </a:p>
          <a:p>
            <a:pPr algn="l"/>
            <a:r>
              <a:rPr lang="en-US" sz="1600" dirty="0"/>
              <a:t>set_SNMPv3_authentication_protocol – ✅</a:t>
            </a:r>
          </a:p>
          <a:p>
            <a:pPr algn="l"/>
            <a:r>
              <a:rPr lang="en-US" sz="1600" dirty="0"/>
              <a:t>get_SNMPv3_authentication_protocol – ✅</a:t>
            </a:r>
          </a:p>
          <a:p>
            <a:pPr algn="l"/>
            <a:r>
              <a:rPr lang="en-US" sz="1600" dirty="0"/>
              <a:t>set_SNMPv3_authentication_password – ✅</a:t>
            </a:r>
          </a:p>
          <a:p>
            <a:pPr algn="l"/>
            <a:r>
              <a:rPr lang="en-US" sz="1600" dirty="0"/>
              <a:t>get_SNMPv3_authentication_password – ✅</a:t>
            </a:r>
          </a:p>
          <a:p>
            <a:pPr algn="l"/>
            <a:r>
              <a:rPr lang="en-US" sz="1600" dirty="0"/>
              <a:t>set_SNMPv3_privacy_protocol – ✅</a:t>
            </a:r>
          </a:p>
          <a:p>
            <a:pPr algn="l"/>
            <a:r>
              <a:rPr lang="en-US" sz="1600" dirty="0"/>
              <a:t>get_SNMPv3_privacy_protocol – ✅</a:t>
            </a:r>
          </a:p>
          <a:p>
            <a:pPr algn="l"/>
            <a:r>
              <a:rPr lang="en-US" sz="1600" dirty="0"/>
              <a:t>set_SNMPv3_privacy_password – ✅</a:t>
            </a:r>
          </a:p>
        </p:txBody>
      </p:sp>
    </p:spTree>
    <p:extLst>
      <p:ext uri="{BB962C8B-B14F-4D97-AF65-F5344CB8AC3E}">
        <p14:creationId xmlns:p14="http://schemas.microsoft.com/office/powerpoint/2010/main" val="417983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E0A00-236B-F29C-BCBB-8C667237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81F859-8B74-9346-6E3F-9BC02668C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device_discovery</a:t>
            </a:r>
            <a:r>
              <a:rPr lang="en-US" sz="1800" b="1" dirty="0"/>
              <a:t>: (51 functions)</a:t>
            </a:r>
          </a:p>
          <a:p>
            <a:pPr algn="l"/>
            <a:r>
              <a:rPr lang="en-US" sz="1800" dirty="0"/>
              <a:t>get_SNMPv3_privacy_password - ✅ </a:t>
            </a:r>
          </a:p>
          <a:p>
            <a:pPr algn="l"/>
            <a:r>
              <a:rPr lang="en-US" sz="1800" dirty="0"/>
              <a:t>configure_SNMPv3_entire_process - ✅</a:t>
            </a:r>
          </a:p>
          <a:p>
            <a:pPr algn="l"/>
            <a:r>
              <a:rPr lang="en-US" sz="1800" dirty="0" err="1"/>
              <a:t>set_performance_transport_protocol</a:t>
            </a:r>
            <a:r>
              <a:rPr lang="en-US" sz="1800" dirty="0"/>
              <a:t> - ✅</a:t>
            </a:r>
          </a:p>
          <a:p>
            <a:pPr algn="l"/>
            <a:r>
              <a:rPr lang="en-US" sz="1800" dirty="0" err="1"/>
              <a:t>get_performance_transport_protocol</a:t>
            </a:r>
            <a:r>
              <a:rPr lang="en-US" sz="1800" dirty="0"/>
              <a:t> – ✅</a:t>
            </a:r>
          </a:p>
          <a:p>
            <a:pPr algn="l"/>
            <a:r>
              <a:rPr lang="en-US" sz="1800" dirty="0" err="1"/>
              <a:t>click_reset_to_default</a:t>
            </a:r>
            <a:r>
              <a:rPr lang="en-US" sz="1800" dirty="0"/>
              <a:t> – ✅</a:t>
            </a:r>
          </a:p>
          <a:p>
            <a:pPr algn="l"/>
            <a:r>
              <a:rPr lang="en-US" sz="1800" dirty="0" err="1"/>
              <a:t>click_save_as_default</a:t>
            </a:r>
            <a:r>
              <a:rPr lang="en-US" sz="1800" dirty="0"/>
              <a:t> – ✅</a:t>
            </a:r>
          </a:p>
          <a:p>
            <a:pPr algn="l"/>
            <a:r>
              <a:rPr lang="en-US" sz="1800" dirty="0" err="1"/>
              <a:t>confirm_default_override</a:t>
            </a:r>
            <a:r>
              <a:rPr lang="en-US" sz="1800" dirty="0"/>
              <a:t> - ✅</a:t>
            </a:r>
          </a:p>
          <a:p>
            <a:pPr algn="l"/>
            <a:r>
              <a:rPr lang="en-US" sz="1800" dirty="0" err="1"/>
              <a:t>reject_default_override</a:t>
            </a:r>
            <a:r>
              <a:rPr lang="en-US" sz="1800" dirty="0"/>
              <a:t> - ✅</a:t>
            </a:r>
          </a:p>
          <a:p>
            <a:pPr algn="l"/>
            <a:r>
              <a:rPr lang="en-US" sz="1800" dirty="0" err="1"/>
              <a:t>click_start_discovery</a:t>
            </a:r>
            <a:r>
              <a:rPr lang="en-US" sz="1800" dirty="0"/>
              <a:t> - ✅</a:t>
            </a:r>
            <a:endParaRPr lang="he-IL" sz="1800" dirty="0"/>
          </a:p>
          <a:p>
            <a:pPr algn="l"/>
            <a:r>
              <a:rPr lang="en-US" sz="1800" dirty="0" err="1"/>
              <a:t>is_start_discovery_btn_enabled</a:t>
            </a:r>
            <a:r>
              <a:rPr lang="en-US" sz="1800" dirty="0"/>
              <a:t> - ✅</a:t>
            </a:r>
          </a:p>
          <a:p>
            <a:pPr algn="l"/>
            <a:r>
              <a:rPr lang="en-US" sz="1800" dirty="0" err="1"/>
              <a:t>close_device_discovery</a:t>
            </a:r>
            <a:r>
              <a:rPr lang="en-US" sz="1800" dirty="0"/>
              <a:t> - 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D0AC7-5B97-6B06-6F5C-89570047182E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45360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E4BDF-0816-5E11-9FA2-DE07C4D1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2F55FD8-5028-8AEB-A47D-B215E49F3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DomainManagement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825907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A210A-D69F-AD34-DD06-F7286CD1D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217D20-A13A-4794-368E-C64EAD83D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domain_management</a:t>
            </a:r>
            <a:r>
              <a:rPr lang="en-US" sz="1800" b="1" dirty="0"/>
              <a:t>: (12 functions)</a:t>
            </a:r>
          </a:p>
          <a:p>
            <a:pPr algn="l"/>
            <a:r>
              <a:rPr lang="en-US" sz="1600" dirty="0" err="1"/>
              <a:t>click_add_domain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add_domain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remove_domain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remove_chassis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remove_device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verify_element_deleted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click_rename_chassis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rename_domain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click_change_CHASSIS_ID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change_CHASSIS_ID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click_move_to_domain_mode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move_to_domain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D8DE8-A963-163D-E1B6-F20CED52B90E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60931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B1FA5-73CC-9237-9B1E-D0040A687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25F3653-7CB3-F05E-4D8F-574AC960C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/>
              <a:t>Inventory</a:t>
            </a:r>
          </a:p>
        </p:txBody>
      </p:sp>
    </p:spTree>
    <p:extLst>
      <p:ext uri="{BB962C8B-B14F-4D97-AF65-F5344CB8AC3E}">
        <p14:creationId xmlns:p14="http://schemas.microsoft.com/office/powerpoint/2010/main" val="3758202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36720-CB7B-981C-664F-B91C5D5F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2576FD-BD5E-5604-31E7-FF7FFF70F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/>
              <a:t>inventory: (0 functions)</a:t>
            </a:r>
          </a:p>
          <a:p>
            <a:pPr algn="l"/>
            <a:r>
              <a:rPr lang="en-US" sz="1600" dirty="0"/>
              <a:t>pass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E668BA-BFB9-8E1F-7769-3B26A71174CE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Summary: 0%</a:t>
            </a:r>
            <a:endParaRPr 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80543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475FA-681D-A19E-4F19-9C5ECBA6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FD50B5ED-76A2-528B-5BFF-E199171F4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/>
              <a:t>Alarms and Events</a:t>
            </a:r>
          </a:p>
        </p:txBody>
      </p:sp>
    </p:spTree>
    <p:extLst>
      <p:ext uri="{BB962C8B-B14F-4D97-AF65-F5344CB8AC3E}">
        <p14:creationId xmlns:p14="http://schemas.microsoft.com/office/powerpoint/2010/main" val="980340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DC67A-AF95-0186-BD33-47412C30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F94C5B-296F-4A40-A2ED-2F54D51EF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b="1" dirty="0" err="1"/>
              <a:t>Alarms_and_events</a:t>
            </a:r>
            <a:r>
              <a:rPr lang="en-US" sz="1800" b="1" dirty="0"/>
              <a:t>: (44 functions)</a:t>
            </a:r>
          </a:p>
          <a:p>
            <a:pPr algn="l"/>
            <a:r>
              <a:rPr lang="en-US" sz="1600" dirty="0" err="1"/>
              <a:t>set_faults_type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get_faults_type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set_severity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get_severity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set_all_severities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set_category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get_category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set_all_categories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set_filterBy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get_filterBy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set_all_devices_filterBy_devices</a:t>
            </a:r>
            <a:r>
              <a:rPr lang="en-US" sz="1600" dirty="0"/>
              <a:t>(when Filter by is on Devices) – ✅</a:t>
            </a:r>
          </a:p>
          <a:p>
            <a:pPr algn="l"/>
            <a:r>
              <a:rPr lang="en-US" sz="1600" dirty="0" err="1"/>
              <a:t>get_all_selected_devices_filterBy_devices</a:t>
            </a:r>
            <a:r>
              <a:rPr lang="en-US" sz="1600" dirty="0"/>
              <a:t>(when Filter by is on Devices) – ✅</a:t>
            </a:r>
          </a:p>
          <a:p>
            <a:pPr algn="l"/>
            <a:r>
              <a:rPr lang="en-US" sz="1600" dirty="0" err="1"/>
              <a:t>select_device_filterBy_devices</a:t>
            </a:r>
            <a:r>
              <a:rPr lang="en-US" sz="1600" dirty="0"/>
              <a:t>(when Filter by is on Devices) – ✅</a:t>
            </a:r>
          </a:p>
          <a:p>
            <a:pPr algn="l"/>
            <a:r>
              <a:rPr lang="en-US" sz="1600" dirty="0" err="1"/>
              <a:t>close_devices_dropdown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remove_device_filterBy_devices</a:t>
            </a:r>
            <a:r>
              <a:rPr lang="en-US" sz="1600" dirty="0"/>
              <a:t>(when Filter by is on Devices) – ✅</a:t>
            </a:r>
          </a:p>
          <a:p>
            <a:pPr algn="l"/>
            <a:r>
              <a:rPr lang="en-US" sz="1600" dirty="0" err="1"/>
              <a:t>remove_all_devices_filterBy_devices</a:t>
            </a:r>
            <a:r>
              <a:rPr lang="en-US" sz="1600" dirty="0"/>
              <a:t>(when Filter by is on Devices) - ✅</a:t>
            </a:r>
          </a:p>
          <a:p>
            <a:pPr algn="l"/>
            <a:r>
              <a:rPr lang="en-US" sz="1600" dirty="0" err="1"/>
              <a:t>select_domain_or_chassis_filterBy_domain_or_chassis</a:t>
            </a:r>
            <a:r>
              <a:rPr lang="en-US" sz="1600" dirty="0"/>
              <a:t>(when Filter by is on Domain/chassis) – ✅</a:t>
            </a:r>
          </a:p>
          <a:p>
            <a:pPr algn="l"/>
            <a:r>
              <a:rPr lang="en-US" sz="1600" dirty="0" err="1"/>
              <a:t>get_selected_domain_or_chassis_filterBy_domain_or_chassis</a:t>
            </a:r>
            <a:r>
              <a:rPr lang="en-US" sz="1600" dirty="0"/>
              <a:t>(when Filter by is on Domain/chassis) – ✅</a:t>
            </a:r>
          </a:p>
          <a:p>
            <a:pPr algn="l"/>
            <a:r>
              <a:rPr lang="en-US" sz="1600" dirty="0" err="1"/>
              <a:t>select_all_domains_filterBy_domain_or_chassis</a:t>
            </a:r>
            <a:r>
              <a:rPr lang="en-US" sz="1600" dirty="0"/>
              <a:t>(when Filter by is on Domain/chassis)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6930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D1432-91F2-3424-F82D-3403B895C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27567B-287A-D08E-0E39-C833D8C1C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Alarms_and_events</a:t>
            </a:r>
            <a:r>
              <a:rPr lang="en-US" sz="1800" b="1" dirty="0"/>
              <a:t>: (44 functions)</a:t>
            </a:r>
          </a:p>
          <a:p>
            <a:pPr algn="l"/>
            <a:r>
              <a:rPr lang="en-US" sz="1600" dirty="0" err="1"/>
              <a:t>select_devices_type_filterBy_device_type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get_selected_devices_type_filterBy_device_type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select_all_devices_type_filterBy_device_type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set_from_date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get_from_date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set_to_date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get_to_date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set_message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message_check_exact_match_only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message_uncheck_exact_match_only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check_Ack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clear_alert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hide_event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show_hidden_events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get_all_events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get_all_alarms</a:t>
            </a:r>
            <a:r>
              <a:rPr lang="en-US" sz="1600" dirty="0"/>
              <a:t> –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12F797-AC80-C4F0-DF53-D945A8E92D24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93295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78EF2-C6B9-71AD-D6A3-57607E3A8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FD4B3B28-6DF9-616B-1EA8-1567C246E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SystemOperations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122448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1E767-96A3-17A3-BBF3-1D1B72E9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3365AC-8F5C-A01C-A340-F5DC9724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System_operations</a:t>
            </a:r>
            <a:r>
              <a:rPr lang="en-US" sz="1800" b="1" dirty="0"/>
              <a:t>: (6 functions)</a:t>
            </a:r>
          </a:p>
          <a:p>
            <a:pPr algn="l"/>
            <a:r>
              <a:rPr lang="en-US" sz="1600" dirty="0" err="1"/>
              <a:t>click_polling_restart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click_deleting_OTN_inconsistent_services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click_synchronizing_OTN_services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click_deleting_ROADM_inconsistent_services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click_synchronizing_ROADM_services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click_exit</a:t>
            </a:r>
            <a:r>
              <a:rPr lang="en-US" sz="1600" dirty="0"/>
              <a:t> - ✅</a:t>
            </a:r>
          </a:p>
          <a:p>
            <a:pPr algn="l"/>
            <a:endParaRPr lang="en-US" sz="11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EDE7F8-7FCC-694F-4F6C-53ACBB2CC093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Summary: 100%</a:t>
            </a:r>
            <a:endParaRPr lang="en-US" sz="12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533285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B0079-7319-3CFA-B0EA-1A211C0E1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A6A62573-F0CF-1D7C-1A8C-A5867DD6D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" y="91440"/>
            <a:ext cx="12042648" cy="66934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4000" b="1" dirty="0" err="1"/>
              <a:t>UpperPanel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234215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14C1-12E4-39B3-6222-2761FFB27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28B494-2BF6-D126-2627-C250C35A6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upper_panel</a:t>
            </a:r>
            <a:r>
              <a:rPr lang="en-US" sz="1800" b="1" dirty="0"/>
              <a:t>: (24 functions)</a:t>
            </a:r>
          </a:p>
          <a:p>
            <a:pPr algn="l"/>
            <a:r>
              <a:rPr lang="en-US" sz="1600" dirty="0" err="1"/>
              <a:t>click_on_avatar_icon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click_on_change_password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get_username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set_username</a:t>
            </a:r>
            <a:r>
              <a:rPr lang="en-US" sz="1600" dirty="0"/>
              <a:t> –</a:t>
            </a:r>
          </a:p>
          <a:p>
            <a:pPr algn="l"/>
            <a:r>
              <a:rPr lang="en-US" sz="1600" dirty="0" err="1"/>
              <a:t>set_current_password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set_new_password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set_confirm_password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click_save_new_password</a:t>
            </a:r>
            <a:r>
              <a:rPr lang="en-US" sz="1600" dirty="0"/>
              <a:t> – </a:t>
            </a:r>
          </a:p>
          <a:p>
            <a:pPr algn="l"/>
            <a:r>
              <a:rPr lang="en-US" sz="1600" dirty="0" err="1"/>
              <a:t>click_on_global_search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set_global_search_value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click_on_device_via_global_search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click_on_device_service_list_tab_via_global_search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click_on_device_performance_tab_via_global_search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click_on_service_via_global_search</a:t>
            </a:r>
            <a:r>
              <a:rPr lang="en-US" sz="1600" dirty="0"/>
              <a:t> -</a:t>
            </a:r>
          </a:p>
          <a:p>
            <a:pPr algn="l"/>
            <a:r>
              <a:rPr lang="en-US" sz="1600" dirty="0" err="1"/>
              <a:t>get_recent_searces</a:t>
            </a:r>
            <a:r>
              <a:rPr lang="en-US" sz="1600" dirty="0"/>
              <a:t> -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1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82646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7C12F-A8EA-8DBB-834B-25D783198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17DEBF-219B-B8AE-F5C5-8535A0195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 err="1"/>
              <a:t>upper_panel</a:t>
            </a:r>
            <a:r>
              <a:rPr lang="en-US" sz="1800" b="1" dirty="0"/>
              <a:t>: </a:t>
            </a:r>
            <a:r>
              <a:rPr lang="en-US" sz="1600" b="1" dirty="0"/>
              <a:t>(24 functions)</a:t>
            </a:r>
            <a:endParaRPr lang="en-US" sz="1600" dirty="0"/>
          </a:p>
          <a:p>
            <a:pPr algn="l"/>
            <a:r>
              <a:rPr lang="en-US" sz="1600" dirty="0" err="1"/>
              <a:t>close_global_search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select_sub_domain</a:t>
            </a:r>
            <a:r>
              <a:rPr lang="en-US" sz="1600" dirty="0"/>
              <a:t> – ✅</a:t>
            </a:r>
          </a:p>
          <a:p>
            <a:pPr algn="l"/>
            <a:r>
              <a:rPr lang="en-US" sz="1600" dirty="0" err="1"/>
              <a:t>click_back_to_sub_domain_map</a:t>
            </a:r>
            <a:r>
              <a:rPr lang="en-US" sz="1600" dirty="0"/>
              <a:t> - ✅</a:t>
            </a:r>
          </a:p>
          <a:p>
            <a:pPr algn="l"/>
            <a:r>
              <a:rPr lang="en-US" sz="1600" dirty="0" err="1"/>
              <a:t>click_on_domains_dropdown</a:t>
            </a:r>
            <a:r>
              <a:rPr lang="en-US" sz="1600" dirty="0"/>
              <a:t> –  ✅</a:t>
            </a:r>
          </a:p>
          <a:p>
            <a:pPr algn="l"/>
            <a:r>
              <a:rPr lang="en-US" sz="1600" dirty="0" err="1"/>
              <a:t>select_domain</a:t>
            </a:r>
            <a:r>
              <a:rPr lang="en-US" sz="1600" dirty="0"/>
              <a:t> – ✅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1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751798-5090-0FB8-A69D-C0C71DE9B82D}"/>
              </a:ext>
            </a:extLst>
          </p:cNvPr>
          <p:cNvSpPr txBox="1"/>
          <p:nvPr/>
        </p:nvSpPr>
        <p:spPr>
          <a:xfrm>
            <a:off x="9858568" y="199942"/>
            <a:ext cx="198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Summary: 70%</a:t>
            </a:r>
            <a:endParaRPr 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96537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3F233-D4DF-69BD-1997-B955F3B0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DBB88F-2888-8045-AB34-F533836C3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9886"/>
            <a:ext cx="11990832" cy="66666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/>
              <a:t>Map Table max values: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1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endParaRPr lang="en-US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AF4F64-628E-2C27-669F-C195986D9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036021"/>
              </p:ext>
            </p:extLst>
          </p:nvPr>
        </p:nvGraphicFramePr>
        <p:xfrm>
          <a:off x="164592" y="719666"/>
          <a:ext cx="11920728" cy="244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203">
                  <a:extLst>
                    <a:ext uri="{9D8B030D-6E8A-4147-A177-3AD203B41FA5}">
                      <a16:colId xmlns:a16="http://schemas.microsoft.com/office/drawing/2014/main" val="2733776702"/>
                    </a:ext>
                  </a:extLst>
                </a:gridCol>
                <a:gridCol w="2127493">
                  <a:extLst>
                    <a:ext uri="{9D8B030D-6E8A-4147-A177-3AD203B41FA5}">
                      <a16:colId xmlns:a16="http://schemas.microsoft.com/office/drawing/2014/main" val="1866301122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77178258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421488526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33600877"/>
                    </a:ext>
                  </a:extLst>
                </a:gridCol>
                <a:gridCol w="1734312">
                  <a:extLst>
                    <a:ext uri="{9D8B030D-6E8A-4147-A177-3AD203B41FA5}">
                      <a16:colId xmlns:a16="http://schemas.microsoft.com/office/drawing/2014/main" val="2267602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Level\Criteria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 zoom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Max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 Left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05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Width: 320</a:t>
                      </a:r>
                    </a:p>
                    <a:p>
                      <a:pPr algn="ctr"/>
                      <a:r>
                        <a:rPr lang="en-US" sz="1400" dirty="0"/>
                        <a:t>Height: 225.774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-112.887px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160px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-160px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139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Width: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Height: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67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Width: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Height: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744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Width: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Height: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387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701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13864</TotalTime>
  <Words>2321</Words>
  <Application>Microsoft Office PowerPoint</Application>
  <PresentationFormat>Widescreen</PresentationFormat>
  <Paragraphs>407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Yuval Dahan</dc:creator>
  <cp:lastModifiedBy>Yuval Dahan</cp:lastModifiedBy>
  <cp:revision>479</cp:revision>
  <dcterms:created xsi:type="dcterms:W3CDTF">2026-01-19T16:24:30Z</dcterms:created>
  <dcterms:modified xsi:type="dcterms:W3CDTF">2026-05-25T16:36:22Z</dcterms:modified>
</cp:coreProperties>
</file>