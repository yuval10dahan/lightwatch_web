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8" r:id="rId7"/>
    <p:sldId id="261" r:id="rId8"/>
    <p:sldId id="267" r:id="rId9"/>
    <p:sldId id="262" r:id="rId10"/>
    <p:sldId id="269" r:id="rId11"/>
    <p:sldId id="263" r:id="rId12"/>
    <p:sldId id="264" r:id="rId13"/>
    <p:sldId id="265" r:id="rId14"/>
    <p:sldId id="266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D5D8E4-A320-4C82-BF1E-497B145FD5B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47B12C-7140-415A-B0C1-FFF42EF03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0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3B14F-C138-9327-298C-5A1101E6F8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E71A45-61A2-D78E-1C05-DD213B489F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D6062E-8021-28AE-965B-7D7CCEBD0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2433C7-383D-E56D-7DCA-F98BBAF37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5B828-13C1-4083-778F-2554E7E62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525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ADF28-0E14-7874-1B74-C5BD40CE3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02B8E-567D-220B-0E74-471DD0CA7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13519-DC91-0805-8A60-D740A6B92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60765-D3E8-AB02-56AF-D6230A54C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6155CE-0387-96C2-0F05-5C742A1E7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940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A8E45-0A4B-222E-13F9-E8F03AE44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8360E6-488A-4179-E005-278816931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7EF4C4-1A2D-173F-36B6-6F29363AA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45ADA3-62DC-88E7-AC0D-8847E7402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09C848-A166-EE99-DE65-27F230EF6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331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181A-F2B4-E400-E84C-D16544FC0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C4A68-D592-EF12-D903-A69B25B7FA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13B59F-D88A-6F4D-3FFF-A0376C718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6DB94A-4D1E-74FF-27EC-D2BF7C400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4016EE-1F4D-2F04-AD56-DDFC9BA75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5486BA-6FC8-91E8-A624-E332C2B04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631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8CA88-62B1-3211-0B5D-851FE456E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38775C-42BF-D0F5-274B-C5E52EE32C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2C9634-08A7-7813-9AA6-06F6C01A8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E2D117-7B6B-F5EF-0C24-E3A1908A7E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2B3701-D1A4-CAA2-73C9-B3068426B6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45A22A-0D35-E6DF-8B17-4FEDEF0FF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5A629-E046-28E6-AE1E-588B3A0AA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4F9DFE-0D4B-E746-99F1-BEBD6F55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647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EFA3-DA4A-0858-4921-B92E70B3A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F32A7-FCAD-711E-5AC7-17987F66B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D5114C-DD8F-1321-DADE-88C1D8140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14EB44-3C6B-4741-ED7C-C4A855780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97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98B64A-E05D-C870-ECFA-78066BC91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FE5448-59B5-7D98-D1B8-C9081B3C4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59C7B-35FE-2396-C67C-E8F00D1D0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913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E03D0-492C-940F-E475-E5235E06D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1A102-F9AA-1278-197D-2762FBC87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BEBC5E-AB50-9905-0945-9FCFA2B51C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384AE-0CA9-A40A-BDD3-7B37798E1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D81CBB-D99E-83DF-D3A3-3903C1CC8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8792C0-164C-0B86-385F-8F5AE82A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173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C8C43-C3FE-3E3E-F9B4-31291F310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B775CD-1326-66E0-5D16-A395AE9FB6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7C3417-9EBA-D4E2-9891-4206ABE148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762BE7-00B8-AA51-A32A-3975C1701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00229-CA33-F5EE-FE38-437BA77D8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314684-FEE5-B142-8A1C-775FDDCC6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645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B9C74-3CF7-6FAD-C09F-B591A2A62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CB1007-0E82-BE71-47A7-39C7777E5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FDFA9-8ADE-1399-AD36-ED694F92A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EA564C-E686-30E7-0452-6ED79C9F8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82AAB-FF30-3AEF-7FB1-3B334812D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848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085580-26F3-7323-3FC1-85250EE40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FE831E-2CD8-91D3-0672-D2273B2917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A235B0-5E22-E7C1-9BB3-3CDA693D8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A1C11-2DF1-FD12-9DF7-481AE34DC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C66A9-B679-13A3-38F3-91991E6DE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4826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35DD98-28F5-7B6B-9F71-0AF49FC15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3CE60-0D6A-8D56-9B08-F7F9E8CD17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4AC4F-F3DD-ECAF-8329-A727C5147E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CD814F-3A2E-4FCD-B679-678770FA1B7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01D25-DCE5-DFB7-B1DD-89F03ACDC9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16ABB-2602-FFB8-EFF2-A2B956EFB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3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33A5C60-4C47-A859-5AF8-BA3EB255F8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LoginPage</a:t>
            </a:r>
            <a:r>
              <a:rPr lang="en-US" sz="1800" b="1" dirty="0"/>
              <a:t> Class:</a:t>
            </a:r>
          </a:p>
          <a:p>
            <a:pPr algn="l"/>
            <a:r>
              <a:rPr lang="en-US" sz="1600" dirty="0"/>
              <a:t>Init – ✅</a:t>
            </a:r>
            <a:endParaRPr lang="en-US" sz="1100" dirty="0"/>
          </a:p>
          <a:p>
            <a:pPr algn="l"/>
            <a:r>
              <a:rPr lang="en-US" sz="1600" dirty="0" err="1"/>
              <a:t>goto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login – ✅</a:t>
            </a:r>
          </a:p>
          <a:p>
            <a:pPr algn="l"/>
            <a:r>
              <a:rPr lang="en-US" sz="1600" dirty="0"/>
              <a:t>logout – ✅</a:t>
            </a:r>
          </a:p>
          <a:p>
            <a:pPr algn="l"/>
            <a:r>
              <a:rPr lang="en-US" sz="1600" dirty="0" err="1"/>
              <a:t>click_reload_button</a:t>
            </a:r>
            <a:r>
              <a:rPr lang="en-US" sz="1600" dirty="0"/>
              <a:t> - ✅</a:t>
            </a:r>
            <a:endParaRPr lang="en-US" sz="11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500133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24520-17B8-7881-824C-E16EAE67E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004CC3-BCDA-C4DD-419F-7B18EECEE7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Left_Panel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click_management_map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click_service_list</a:t>
            </a:r>
            <a:r>
              <a:rPr lang="en-US" sz="1600" dirty="0"/>
              <a:t> –✅</a:t>
            </a:r>
          </a:p>
          <a:p>
            <a:pPr algn="l"/>
            <a:r>
              <a:rPr lang="en-US" sz="1600" dirty="0" err="1"/>
              <a:t>click_service_provisioning</a:t>
            </a:r>
            <a:r>
              <a:rPr lang="en-US" sz="1600" dirty="0"/>
              <a:t> -✅</a:t>
            </a:r>
          </a:p>
          <a:p>
            <a:pPr algn="l"/>
            <a:r>
              <a:rPr lang="en-US" sz="1600" dirty="0" err="1"/>
              <a:t>click_performance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click_device_discovery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click_domain_management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click_inventory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click_alarms_and_events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click_common_functions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click_user_management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click_task_manager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click_system_configuration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click_logout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click_reload_button</a:t>
            </a:r>
            <a:r>
              <a:rPr lang="en-US" sz="1600" dirty="0"/>
              <a:t> - ✅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81670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7C8C7-C6ED-A40D-81E7-B68106D67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F26BC10-9183-29F5-8490-B9E7DABCF9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management_map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show_alarms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hide_alarms</a:t>
            </a:r>
            <a:r>
              <a:rPr lang="en-US" sz="1600" dirty="0"/>
              <a:t>– ✅</a:t>
            </a:r>
          </a:p>
          <a:p>
            <a:pPr algn="l"/>
            <a:r>
              <a:rPr lang="en-US" sz="1600" dirty="0" err="1"/>
              <a:t>get_alarms_status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show_critical_major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hide_critical_major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show_minor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hide_minor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show_cleared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hide_cleared</a:t>
            </a:r>
            <a:r>
              <a:rPr lang="en-US" sz="1600" dirty="0"/>
              <a:t>  - ✅</a:t>
            </a:r>
          </a:p>
          <a:p>
            <a:pPr algn="l"/>
            <a:r>
              <a:rPr lang="en-US" sz="1600" dirty="0" err="1"/>
              <a:t>enable_drag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save_and_lock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discard_and_lock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enable_chassis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enable_OTN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enable_ROADM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enable_manage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map_zoom_in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map_zoom_out</a:t>
            </a:r>
            <a:r>
              <a:rPr lang="en-US" sz="1600" dirty="0"/>
              <a:t> - ✅</a:t>
            </a:r>
          </a:p>
        </p:txBody>
      </p:sp>
    </p:spTree>
    <p:extLst>
      <p:ext uri="{BB962C8B-B14F-4D97-AF65-F5344CB8AC3E}">
        <p14:creationId xmlns:p14="http://schemas.microsoft.com/office/powerpoint/2010/main" val="773866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82ED1-A80A-B815-0803-6A307F02B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1A5D54-FA3C-1ADC-631A-DFEC57BA88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management_map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show_navigation_info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hide_navigation_info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navigation_info_double_click_on_element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navigation_info_open_element_details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navigation_info_close_element_details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element_details_chassis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element_details_services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element_details_faults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element_details_faults_click_on_alarms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element_details_faults_view_all_alarms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element_details_faults_get_all_alarms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element_details_faults_click_on_events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element_details_faults_view_all</a:t>
            </a:r>
            <a:r>
              <a:rPr lang="en-US" sz="1600" dirty="0"/>
              <a:t> _events –</a:t>
            </a:r>
          </a:p>
          <a:p>
            <a:pPr algn="l"/>
            <a:r>
              <a:rPr lang="en-US" sz="1600" dirty="0" err="1"/>
              <a:t>element_details_faults_get_all</a:t>
            </a:r>
            <a:r>
              <a:rPr lang="en-US" sz="1600" dirty="0"/>
              <a:t> _events –</a:t>
            </a:r>
          </a:p>
          <a:p>
            <a:pPr algn="l"/>
            <a:r>
              <a:rPr lang="en-US" sz="1600" dirty="0" err="1"/>
              <a:t>element_details_info</a:t>
            </a:r>
            <a:r>
              <a:rPr lang="en-US" sz="1600" dirty="0"/>
              <a:t> –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909810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F5383-9449-4A68-E859-B2557D48B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D74155-EDE9-656C-2FE7-3694C136D7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get_severity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set_severity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get_category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set_category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get_filter_by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set_filter_by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set_all_devices_filterBy_devices</a:t>
            </a:r>
            <a:r>
              <a:rPr lang="en-US" sz="1600" dirty="0"/>
              <a:t>(when Filter by is on Devices) –</a:t>
            </a:r>
          </a:p>
          <a:p>
            <a:pPr algn="l"/>
            <a:r>
              <a:rPr lang="en-US" sz="1600" dirty="0" err="1"/>
              <a:t>get_all_selected_devices_filterBy_devices</a:t>
            </a:r>
            <a:r>
              <a:rPr lang="en-US" sz="1600" dirty="0"/>
              <a:t>(when Filter by is on Devices) –</a:t>
            </a:r>
          </a:p>
          <a:p>
            <a:pPr algn="l"/>
            <a:r>
              <a:rPr lang="en-US" sz="1600" dirty="0" err="1"/>
              <a:t>select_device_filterBy_devices</a:t>
            </a:r>
            <a:r>
              <a:rPr lang="en-US" sz="1600" dirty="0"/>
              <a:t>(when Filter by is on Devices) –</a:t>
            </a:r>
          </a:p>
          <a:p>
            <a:pPr algn="l"/>
            <a:r>
              <a:rPr lang="en-US" sz="1600" dirty="0" err="1"/>
              <a:t>remove_device_filterBy_devices</a:t>
            </a:r>
            <a:r>
              <a:rPr lang="en-US" sz="1600" dirty="0"/>
              <a:t>(when Filter by is on Devices) –</a:t>
            </a:r>
          </a:p>
          <a:p>
            <a:pPr algn="l"/>
            <a:r>
              <a:rPr lang="en-US" sz="1600" dirty="0" err="1"/>
              <a:t>get_selected_domain_or_chassis_filterBy_domain_or_chassis</a:t>
            </a:r>
            <a:r>
              <a:rPr lang="en-US" sz="1600" dirty="0"/>
              <a:t>(when Filter by is on Domain/Chassis) –</a:t>
            </a:r>
          </a:p>
          <a:p>
            <a:pPr algn="l"/>
            <a:r>
              <a:rPr lang="en-US" sz="1600" dirty="0" err="1"/>
              <a:t>reset_domain_or_chassis_filterBy_domain_or_chassis</a:t>
            </a:r>
            <a:r>
              <a:rPr lang="en-US" sz="1600" dirty="0"/>
              <a:t>(when Filter by is on Domain/Chassis) –</a:t>
            </a:r>
          </a:p>
          <a:p>
            <a:pPr algn="l"/>
            <a:r>
              <a:rPr lang="en-US" sz="1600" dirty="0" err="1"/>
              <a:t>select_domain_or_chassis_filterBy_domain_or_chassis</a:t>
            </a:r>
            <a:r>
              <a:rPr lang="en-US" sz="1600" dirty="0"/>
              <a:t>(when Filter by is on Domain/Chassis) –</a:t>
            </a:r>
          </a:p>
          <a:p>
            <a:pPr algn="l"/>
            <a:r>
              <a:rPr lang="en-US" sz="1600" dirty="0" err="1"/>
              <a:t>set_all_devices_filterBy_device_type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get_all_selected_devices_filterBy_device_type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select_device_type_filterBy_device_type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remove_device_type_filterBy_device_type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get_date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set_date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set_message</a:t>
            </a:r>
            <a:r>
              <a:rPr lang="en-US" sz="1600" dirty="0"/>
              <a:t> - 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0709446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B079-D69F-0795-1382-F10BD17D7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55A71B0-B782-8ADE-17B0-B576B10E79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get_order_by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set_order_by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set_order_by_all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enable_descending_order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disable_descending_order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click_previous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click_next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open_events_alarms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close_events_alarms</a:t>
            </a:r>
            <a:r>
              <a:rPr lang="en-US" sz="1600" dirty="0"/>
              <a:t> -</a:t>
            </a:r>
          </a:p>
          <a:p>
            <a:pPr algn="l"/>
            <a:r>
              <a:rPr lang="en-US" sz="1600" dirty="0" err="1"/>
              <a:t>Fuctions</a:t>
            </a:r>
            <a:r>
              <a:rPr lang="en-US" sz="1600" dirty="0"/>
              <a:t> on Events/Alarms table content…..</a:t>
            </a:r>
          </a:p>
          <a:p>
            <a:pPr algn="l"/>
            <a:endParaRPr lang="en-US" sz="1600" dirty="0"/>
          </a:p>
          <a:p>
            <a:pPr algn="l"/>
            <a:r>
              <a:rPr lang="en-US" sz="1600" dirty="0" err="1"/>
              <a:t>click_edit_columns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click_save_changes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click_revert_changes</a:t>
            </a:r>
            <a:r>
              <a:rPr lang="en-US" sz="1600" dirty="0"/>
              <a:t> - </a:t>
            </a:r>
          </a:p>
          <a:p>
            <a:pPr algn="l"/>
            <a:endParaRPr lang="en-US" sz="1600" dirty="0"/>
          </a:p>
          <a:p>
            <a:pPr algn="l"/>
            <a:r>
              <a:rPr lang="en-US" sz="1600" dirty="0" err="1"/>
              <a:t>Fuctions</a:t>
            </a:r>
            <a:r>
              <a:rPr lang="en-US" sz="1600" dirty="0"/>
              <a:t> on the table content…..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84136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9CE3B-863D-897C-4680-1DDCEB0D6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7C16FB8-3E89-BCE1-A6C8-A74EAE0965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service_provisioning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create_ROADM_service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create_OTN_service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create_CHASSIS_service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click_exit</a:t>
            </a:r>
            <a:r>
              <a:rPr lang="en-US" sz="1600" dirty="0"/>
              <a:t> - 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22406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2B45C-1FDE-27C1-140E-3DB8635A0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BD874AC-1F4C-340F-8921-2E87923F49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performance:</a:t>
            </a:r>
          </a:p>
          <a:p>
            <a:pPr algn="l"/>
            <a:r>
              <a:rPr lang="en-US" sz="1600" dirty="0"/>
              <a:t>pass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525259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B42F-BB84-0811-FA81-86E30F149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504721-A6E2-B412-1136-64E6041FD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set_IP_address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get_IP_address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start_discovery_for_IP_range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set_start_IP_range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get_start_IP_range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set_end_IP_range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get_end_IP_range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/>
              <a:t>ICMP??? </a:t>
            </a:r>
          </a:p>
          <a:p>
            <a:pPr algn="l"/>
            <a:r>
              <a:rPr lang="en-US" sz="1600" dirty="0"/>
              <a:t>set_SNMPv2_read_community - </a:t>
            </a:r>
          </a:p>
          <a:p>
            <a:pPr algn="l"/>
            <a:r>
              <a:rPr lang="en-US" sz="1600" dirty="0"/>
              <a:t>get_SNMPv2_read_community - </a:t>
            </a:r>
          </a:p>
          <a:p>
            <a:pPr algn="l"/>
            <a:r>
              <a:rPr lang="en-US" sz="1600" dirty="0"/>
              <a:t>set_SNMPv2_write_community - </a:t>
            </a:r>
          </a:p>
          <a:p>
            <a:pPr algn="l"/>
            <a:r>
              <a:rPr lang="en-US" sz="1600" dirty="0"/>
              <a:t>get_SNMPv2_write_community - </a:t>
            </a:r>
          </a:p>
          <a:p>
            <a:pPr algn="l"/>
            <a:r>
              <a:rPr lang="en-US" sz="1600" dirty="0"/>
              <a:t>set_SNMPv2_admin_community - </a:t>
            </a:r>
          </a:p>
          <a:p>
            <a:pPr algn="l"/>
            <a:r>
              <a:rPr lang="en-US" sz="1600" dirty="0"/>
              <a:t>get_SNMPv2_admin_community - </a:t>
            </a:r>
          </a:p>
          <a:p>
            <a:pPr algn="l"/>
            <a:r>
              <a:rPr lang="en-US" sz="1600" dirty="0"/>
              <a:t>set_SNMPv2_contact_port - </a:t>
            </a:r>
          </a:p>
          <a:p>
            <a:pPr algn="l"/>
            <a:r>
              <a:rPr lang="en-US" sz="1600" dirty="0"/>
              <a:t>get_SNMPv2_contact_port - </a:t>
            </a:r>
          </a:p>
          <a:p>
            <a:pPr algn="l"/>
            <a:r>
              <a:rPr lang="en-US" sz="1600" dirty="0"/>
              <a:t>set_SNMPv2_performance_transport_protocol - </a:t>
            </a:r>
          </a:p>
          <a:p>
            <a:pPr algn="l"/>
            <a:r>
              <a:rPr lang="en-US" sz="1600" dirty="0"/>
              <a:t>get_SNMPv2_performance_transport_protocol – </a:t>
            </a:r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7922612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0FB77-4746-B76E-57AF-F9DBACA8D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EE4664-53D1-7F6E-C133-08C1E71887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set_SNMPv3_username – </a:t>
            </a:r>
          </a:p>
          <a:p>
            <a:pPr algn="l"/>
            <a:r>
              <a:rPr lang="en-US" sz="1600" dirty="0"/>
              <a:t>get_SNMPv3_username – </a:t>
            </a:r>
          </a:p>
          <a:p>
            <a:pPr algn="l"/>
            <a:r>
              <a:rPr lang="en-US" sz="1600" dirty="0"/>
              <a:t>set_SNMPv3_security_level – </a:t>
            </a:r>
          </a:p>
          <a:p>
            <a:pPr algn="l"/>
            <a:r>
              <a:rPr lang="en-US" sz="1600" dirty="0"/>
              <a:t>get_SNMPv3_security_level – </a:t>
            </a:r>
          </a:p>
          <a:p>
            <a:pPr algn="l"/>
            <a:r>
              <a:rPr lang="en-US" sz="1600" dirty="0"/>
              <a:t>set_SNMPv3_contact_port – </a:t>
            </a:r>
          </a:p>
          <a:p>
            <a:pPr algn="l"/>
            <a:r>
              <a:rPr lang="en-US" sz="1600" dirty="0"/>
              <a:t>get_SNMPv3_contact_port – </a:t>
            </a:r>
          </a:p>
          <a:p>
            <a:pPr algn="l"/>
            <a:r>
              <a:rPr lang="en-US" sz="1600" dirty="0"/>
              <a:t>set_SNMPv3_performance_transport_protocol - </a:t>
            </a:r>
          </a:p>
          <a:p>
            <a:pPr algn="l"/>
            <a:r>
              <a:rPr lang="en-US" sz="1600" dirty="0"/>
              <a:t>get_SNMPv3_performance_transport_protocol - </a:t>
            </a:r>
          </a:p>
          <a:p>
            <a:pPr algn="l"/>
            <a:r>
              <a:rPr lang="en-US" sz="1600" dirty="0" err="1"/>
              <a:t>reset_to_default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save_as_default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start_discovery</a:t>
            </a:r>
            <a:r>
              <a:rPr lang="en-US" sz="1600" dirty="0"/>
              <a:t> - </a:t>
            </a:r>
          </a:p>
          <a:p>
            <a:pPr algn="l"/>
            <a:r>
              <a:rPr lang="en-US" sz="1600" dirty="0" err="1"/>
              <a:t>close_device_discovery</a:t>
            </a:r>
            <a:r>
              <a:rPr lang="en-US" sz="1600" dirty="0"/>
              <a:t> - </a:t>
            </a:r>
          </a:p>
        </p:txBody>
      </p:sp>
    </p:spTree>
    <p:extLst>
      <p:ext uri="{BB962C8B-B14F-4D97-AF65-F5344CB8AC3E}">
        <p14:creationId xmlns:p14="http://schemas.microsoft.com/office/powerpoint/2010/main" val="4179836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A210A-D69F-AD34-DD06-F7286CD1D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6217D20-A13A-4794-368E-C64EAD83D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domain_management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add_domain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remove_domain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rename_domain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change_CHASSIS_ID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move_to_domain</a:t>
            </a:r>
            <a:r>
              <a:rPr lang="en-US" sz="1600" dirty="0"/>
              <a:t> - 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7609310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36720-CB7B-981C-664F-B91C5D5F9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2576FD-BD5E-5604-31E7-FF7FFF70F1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inventory:</a:t>
            </a:r>
          </a:p>
          <a:p>
            <a:pPr algn="l"/>
            <a:r>
              <a:rPr lang="en-US" sz="1600" dirty="0"/>
              <a:t>pass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805438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DC67A-AF95-0186-BD33-47412C30A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4F94C5B-296F-4A40-A2ED-2F54D51EF1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Alarms_and_events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Set_faults_type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Get_faults_type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Set_severity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Get_severity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Set_category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Get_category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Set_filterBy</a:t>
            </a:r>
            <a:r>
              <a:rPr lang="en-US" sz="1600" dirty="0"/>
              <a:t>– </a:t>
            </a:r>
          </a:p>
          <a:p>
            <a:pPr algn="l"/>
            <a:r>
              <a:rPr lang="en-US" sz="1600" dirty="0" err="1"/>
              <a:t>Get_filterBy</a:t>
            </a:r>
            <a:r>
              <a:rPr lang="en-US" sz="1600" dirty="0"/>
              <a:t>– </a:t>
            </a:r>
          </a:p>
          <a:p>
            <a:pPr algn="l"/>
            <a:r>
              <a:rPr lang="en-US" sz="1600" dirty="0" err="1"/>
              <a:t>set_all_devices_filterBy_devices</a:t>
            </a:r>
            <a:r>
              <a:rPr lang="en-US" sz="1600" dirty="0"/>
              <a:t>(when Filter by is on Devices) –</a:t>
            </a:r>
          </a:p>
          <a:p>
            <a:pPr algn="l"/>
            <a:r>
              <a:rPr lang="en-US" sz="1600" dirty="0" err="1"/>
              <a:t>get_all_selected_devices_filterBy_devices</a:t>
            </a:r>
            <a:r>
              <a:rPr lang="en-US" sz="1600" dirty="0"/>
              <a:t>(when Filter by is on Devices) –</a:t>
            </a:r>
          </a:p>
          <a:p>
            <a:pPr algn="l"/>
            <a:r>
              <a:rPr lang="en-US" sz="1600" dirty="0" err="1"/>
              <a:t>select_device_filterBy_devices</a:t>
            </a:r>
            <a:r>
              <a:rPr lang="en-US" sz="1600" dirty="0"/>
              <a:t>(when Filter by is on Devices) –</a:t>
            </a:r>
          </a:p>
          <a:p>
            <a:pPr algn="l"/>
            <a:r>
              <a:rPr lang="en-US" sz="1600" dirty="0" err="1"/>
              <a:t>remove_device_filterBy_devices</a:t>
            </a:r>
            <a:r>
              <a:rPr lang="en-US" sz="1600" dirty="0"/>
              <a:t>(when Filter by is on Devices) –</a:t>
            </a:r>
          </a:p>
          <a:p>
            <a:pPr algn="l"/>
            <a:r>
              <a:rPr lang="en-US" sz="1600" dirty="0" err="1"/>
              <a:t>select_domain_or_chassis_filterBy_domain_or_chassis</a:t>
            </a:r>
            <a:r>
              <a:rPr lang="en-US" sz="1600" dirty="0"/>
              <a:t>(when Filter by is on Domain/chassis) –</a:t>
            </a:r>
          </a:p>
          <a:p>
            <a:pPr algn="l"/>
            <a:r>
              <a:rPr lang="en-US" sz="1600" dirty="0" err="1"/>
              <a:t>get_selected_domain_or_chassis_filterBy_domain_or_chassis</a:t>
            </a:r>
            <a:r>
              <a:rPr lang="en-US" sz="1600" dirty="0"/>
              <a:t>(when Filter by is on Domain/chassis) -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69309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1E767-96A3-17A3-BBF3-1D1B72E96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C3365AC-8F5C-A01C-A340-F5DC9724C7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common_functions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click_polling_restart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click_deleting_OTN_inconsistent_services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click_synchronizing_OTN_services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click_deleting_ROADM_inconsistent_services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click_synchronizing_ROADM_services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click_exit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is_common_functions_page_visible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click_button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153328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3F233-D4DF-69BD-1997-B955F3B05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1DBB88F-2888-8045-AB34-F533836C3E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Map Table max values: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0AF4F64-628E-2C27-669F-C195986D94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6036021"/>
              </p:ext>
            </p:extLst>
          </p:nvPr>
        </p:nvGraphicFramePr>
        <p:xfrm>
          <a:off x="164592" y="719666"/>
          <a:ext cx="11920728" cy="244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203">
                  <a:extLst>
                    <a:ext uri="{9D8B030D-6E8A-4147-A177-3AD203B41FA5}">
                      <a16:colId xmlns:a16="http://schemas.microsoft.com/office/drawing/2014/main" val="2733776702"/>
                    </a:ext>
                  </a:extLst>
                </a:gridCol>
                <a:gridCol w="2127493">
                  <a:extLst>
                    <a:ext uri="{9D8B030D-6E8A-4147-A177-3AD203B41FA5}">
                      <a16:colId xmlns:a16="http://schemas.microsoft.com/office/drawing/2014/main" val="1866301122"/>
                    </a:ext>
                  </a:extLst>
                </a:gridCol>
                <a:gridCol w="1956816">
                  <a:extLst>
                    <a:ext uri="{9D8B030D-6E8A-4147-A177-3AD203B41FA5}">
                      <a16:colId xmlns:a16="http://schemas.microsoft.com/office/drawing/2014/main" val="771782589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421488526"/>
                    </a:ext>
                  </a:extLst>
                </a:gridCol>
                <a:gridCol w="1883664">
                  <a:extLst>
                    <a:ext uri="{9D8B030D-6E8A-4147-A177-3AD203B41FA5}">
                      <a16:colId xmlns:a16="http://schemas.microsoft.com/office/drawing/2014/main" val="33600877"/>
                    </a:ext>
                  </a:extLst>
                </a:gridCol>
                <a:gridCol w="1734312">
                  <a:extLst>
                    <a:ext uri="{9D8B030D-6E8A-4147-A177-3AD203B41FA5}">
                      <a16:colId xmlns:a16="http://schemas.microsoft.com/office/drawing/2014/main" val="22676027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Level\Criteria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zoom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Max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Left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0054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Width: 320</a:t>
                      </a:r>
                    </a:p>
                    <a:p>
                      <a:pPr algn="ctr"/>
                      <a:r>
                        <a:rPr lang="en-US" sz="1400" dirty="0"/>
                        <a:t>Height: 225.774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-112.887px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160px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-160px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21393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96745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2744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387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4701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3018</TotalTime>
  <Words>1326</Words>
  <Application>Microsoft Office PowerPoint</Application>
  <PresentationFormat>Widescreen</PresentationFormat>
  <Paragraphs>202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Yuval Dahan</dc:creator>
  <cp:lastModifiedBy>Yuval Dahan</cp:lastModifiedBy>
  <cp:revision>160</cp:revision>
  <dcterms:created xsi:type="dcterms:W3CDTF">2026-01-19T16:24:30Z</dcterms:created>
  <dcterms:modified xsi:type="dcterms:W3CDTF">2026-01-22T17:33:33Z</dcterms:modified>
</cp:coreProperties>
</file>