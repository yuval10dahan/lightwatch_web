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272" r:id="rId2"/>
    <p:sldId id="256" r:id="rId3"/>
    <p:sldId id="273" r:id="rId4"/>
    <p:sldId id="257" r:id="rId5"/>
    <p:sldId id="274" r:id="rId6"/>
    <p:sldId id="258" r:id="rId7"/>
    <p:sldId id="259" r:id="rId8"/>
    <p:sldId id="287" r:id="rId9"/>
    <p:sldId id="275" r:id="rId10"/>
    <p:sldId id="284" r:id="rId11"/>
    <p:sldId id="288" r:id="rId12"/>
    <p:sldId id="291" r:id="rId13"/>
    <p:sldId id="292" r:id="rId14"/>
    <p:sldId id="276" r:id="rId15"/>
    <p:sldId id="261" r:id="rId16"/>
    <p:sldId id="289" r:id="rId17"/>
    <p:sldId id="294" r:id="rId18"/>
    <p:sldId id="277" r:id="rId19"/>
    <p:sldId id="267" r:id="rId20"/>
    <p:sldId id="295" r:id="rId21"/>
    <p:sldId id="278" r:id="rId22"/>
    <p:sldId id="262" r:id="rId23"/>
    <p:sldId id="269" r:id="rId24"/>
    <p:sldId id="285" r:id="rId25"/>
    <p:sldId id="279" r:id="rId26"/>
    <p:sldId id="263" r:id="rId27"/>
    <p:sldId id="280" r:id="rId28"/>
    <p:sldId id="264" r:id="rId29"/>
    <p:sldId id="281" r:id="rId30"/>
    <p:sldId id="265" r:id="rId31"/>
    <p:sldId id="286" r:id="rId32"/>
    <p:sldId id="282" r:id="rId33"/>
    <p:sldId id="266" r:id="rId34"/>
    <p:sldId id="283" r:id="rId35"/>
    <p:sldId id="271" r:id="rId36"/>
    <p:sldId id="290" r:id="rId37"/>
    <p:sldId id="270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2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D5D8E4-A320-4C82-BF1E-497B145FD5B9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47B12C-7140-415A-B0C1-FFF42EF03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095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7B12C-7140-415A-B0C1-FFF42EF0303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4215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3037D-F94E-58D2-DEBD-CF7270B50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7CEA08-FA72-E286-E6C8-55DE9B0254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6E882D-0710-02AC-80AA-1BCA5BCB35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82C158-C0CD-95BF-BACF-00F90F49D1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7B12C-7140-415A-B0C1-FFF42EF0303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8374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3B14F-C138-9327-298C-5A1101E6F8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E71A45-61A2-D78E-1C05-DD213B489F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D6062E-8021-28AE-965B-7D7CCEBD0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D814F-3A2E-4FCD-B679-678770FA1B7D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2433C7-383D-E56D-7DCA-F98BBAF37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05B828-13C1-4083-778F-2554E7E62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64F6A-1FAF-452F-900A-9414D72C2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525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ADF28-0E14-7874-1B74-C5BD40CE3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402B8E-567D-220B-0E74-471DD0CA76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613519-DC91-0805-8A60-D740A6B92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D814F-3A2E-4FCD-B679-678770FA1B7D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160765-D3E8-AB02-56AF-D6230A54C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6155CE-0387-96C2-0F05-5C742A1E7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64F6A-1FAF-452F-900A-9414D72C2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940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A8E45-0A4B-222E-13F9-E8F03AE44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8360E6-488A-4179-E005-278816931F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7EF4C4-1A2D-173F-36B6-6F29363AA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D814F-3A2E-4FCD-B679-678770FA1B7D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45ADA3-62DC-88E7-AC0D-8847E7402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09C848-A166-EE99-DE65-27F230EF6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64F6A-1FAF-452F-900A-9414D72C2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331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5181A-F2B4-E400-E84C-D16544FC0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C4A68-D592-EF12-D903-A69B25B7FA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13B59F-D88A-6F4D-3FFF-A0376C7182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6DB94A-4D1E-74FF-27EC-D2BF7C400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D814F-3A2E-4FCD-B679-678770FA1B7D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4016EE-1F4D-2F04-AD56-DDFC9BA75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5486BA-6FC8-91E8-A624-E332C2B04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64F6A-1FAF-452F-900A-9414D72C2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63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8CA88-62B1-3211-0B5D-851FE456E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38775C-42BF-D0F5-274B-C5E52EE32C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2C9634-08A7-7813-9AA6-06F6C01A81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E2D117-7B6B-F5EF-0C24-E3A1908A7E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2B3701-D1A4-CAA2-73C9-B3068426B6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45A22A-0D35-E6DF-8B17-4FEDEF0FF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D814F-3A2E-4FCD-B679-678770FA1B7D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75A629-E046-28E6-AE1E-588B3A0AA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4F9DFE-0D4B-E746-99F1-BEBD6F55D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64F6A-1FAF-452F-900A-9414D72C2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647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CEFA3-DA4A-0858-4921-B92E70B3A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F32A7-FCAD-711E-5AC7-17987F66B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D814F-3A2E-4FCD-B679-678770FA1B7D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D5114C-DD8F-1321-DADE-88C1D8140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14EB44-3C6B-4741-ED7C-C4A855780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64F6A-1FAF-452F-900A-9414D72C2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1977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98B64A-E05D-C870-ECFA-78066BC91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D814F-3A2E-4FCD-B679-678770FA1B7D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FE5448-59B5-7D98-D1B8-C9081B3C4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559C7B-35FE-2396-C67C-E8F00D1D0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64F6A-1FAF-452F-900A-9414D72C2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913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E03D0-492C-940F-E475-E5235E06D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B1A102-F9AA-1278-197D-2762FBC87F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BEBC5E-AB50-9905-0945-9FCFA2B51C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D384AE-0CA9-A40A-BDD3-7B37798E1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D814F-3A2E-4FCD-B679-678770FA1B7D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D81CBB-D99E-83DF-D3A3-3903C1CC8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8792C0-164C-0B86-385F-8F5AE82A8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64F6A-1FAF-452F-900A-9414D72C2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1738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C8C43-C3FE-3E3E-F9B4-31291F310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B775CD-1326-66E0-5D16-A395AE9FB6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7C3417-9EBA-D4E2-9891-4206ABE148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762BE7-00B8-AA51-A32A-3975C1701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D814F-3A2E-4FCD-B679-678770FA1B7D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00229-CA33-F5EE-FE38-437BA77D8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314684-FEE5-B142-8A1C-775FDDCC6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64F6A-1FAF-452F-900A-9414D72C2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645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B9C74-3CF7-6FAD-C09F-B591A2A62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CB1007-0E82-BE71-47A7-39C7777E53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0FDFA9-8ADE-1399-AD36-ED694F92A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D814F-3A2E-4FCD-B679-678770FA1B7D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EA564C-E686-30E7-0452-6ED79C9F8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E82AAB-FF30-3AEF-7FB1-3B334812D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64F6A-1FAF-452F-900A-9414D72C2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8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085580-26F3-7323-3FC1-85250EE40A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FE831E-2CD8-91D3-0672-D2273B2917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A235B0-5E22-E7C1-9BB3-3CDA693D8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D814F-3A2E-4FCD-B679-678770FA1B7D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7A1C11-2DF1-FD12-9DF7-481AE34DC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0C66A9-B679-13A3-38F3-91991E6DE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64F6A-1FAF-452F-900A-9414D72C2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482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35DD98-28F5-7B6B-9F71-0AF49FC15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53CE60-0D6A-8D56-9B08-F7F9E8CD17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04AC4F-F3DD-ECAF-8329-A727C5147E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CD814F-3A2E-4FCD-B679-678770FA1B7D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801D25-DCE5-DFB7-B1DD-89F03ACDC9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016ABB-2602-FFB8-EFF2-A2B956EFB6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664F6A-1FAF-452F-900A-9414D72C2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032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30A58-6F12-57E8-067E-778380931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92FA0D19-4D20-EFAB-8B89-EC92C74C9E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" y="91440"/>
            <a:ext cx="12042648" cy="6693408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4000" b="1" dirty="0" err="1"/>
              <a:t>LoginPage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33672184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33A5C60-4C47-A859-5AF8-BA3EB255F8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" y="99886"/>
            <a:ext cx="11990832" cy="6666674"/>
          </a:xfrm>
        </p:spPr>
        <p:txBody>
          <a:bodyPr>
            <a:normAutofit/>
          </a:bodyPr>
          <a:lstStyle/>
          <a:p>
            <a:pPr algn="l"/>
            <a:r>
              <a:rPr lang="en-US" sz="1800" b="1" dirty="0" err="1"/>
              <a:t>LoginPage</a:t>
            </a:r>
            <a:r>
              <a:rPr lang="en-US" sz="1800" b="1" dirty="0"/>
              <a:t>: (6 functions)</a:t>
            </a:r>
          </a:p>
          <a:p>
            <a:pPr algn="l"/>
            <a:r>
              <a:rPr lang="en-US" sz="1600" dirty="0"/>
              <a:t>Init – ✅</a:t>
            </a:r>
            <a:endParaRPr lang="en-US" sz="1100" dirty="0"/>
          </a:p>
          <a:p>
            <a:pPr algn="l"/>
            <a:r>
              <a:rPr lang="en-US" sz="1600" dirty="0" err="1"/>
              <a:t>goto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/>
              <a:t>login – ✅</a:t>
            </a:r>
          </a:p>
          <a:p>
            <a:pPr algn="l"/>
            <a:r>
              <a:rPr lang="en-US" sz="1600" dirty="0"/>
              <a:t>logout – ✅</a:t>
            </a:r>
          </a:p>
          <a:p>
            <a:pPr algn="l"/>
            <a:r>
              <a:rPr lang="en-US" sz="1600" dirty="0" err="1"/>
              <a:t>click_reload_button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clear_login_fields</a:t>
            </a:r>
            <a:r>
              <a:rPr lang="en-US" sz="1600" dirty="0"/>
              <a:t> - ✅</a:t>
            </a:r>
          </a:p>
          <a:p>
            <a:pPr algn="l"/>
            <a:endParaRPr lang="en-US" sz="1600" dirty="0"/>
          </a:p>
          <a:p>
            <a:pPr algn="l"/>
            <a:endParaRPr lang="en-US" sz="1600" dirty="0"/>
          </a:p>
          <a:p>
            <a:pPr algn="l"/>
            <a:endParaRPr lang="en-US" sz="1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DF7320-6AB9-9263-E2A1-639D66C09407}"/>
              </a:ext>
            </a:extLst>
          </p:cNvPr>
          <p:cNvSpPr txBox="1"/>
          <p:nvPr/>
        </p:nvSpPr>
        <p:spPr>
          <a:xfrm>
            <a:off x="10010968" y="352342"/>
            <a:ext cx="1982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ighlight>
                  <a:srgbClr val="00FF00"/>
                </a:highlight>
              </a:rPr>
              <a:t>Summary: 100%</a:t>
            </a:r>
            <a:endParaRPr lang="en-US" sz="1200" b="1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2500133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4B11F-A55B-E9B5-C6C7-DAF740710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35A42E39-8F35-C972-FD23-519C3B9C8F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" y="91440"/>
            <a:ext cx="12042648" cy="6693408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4000" b="1" dirty="0" err="1"/>
              <a:t>LeftPanel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41570292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24520-17B8-7881-824C-E16EAE67E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6004CC3-BCDA-C4DD-419F-7B18EECEE7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" y="99886"/>
            <a:ext cx="11990832" cy="6666674"/>
          </a:xfrm>
        </p:spPr>
        <p:txBody>
          <a:bodyPr>
            <a:normAutofit/>
          </a:bodyPr>
          <a:lstStyle/>
          <a:p>
            <a:pPr algn="l"/>
            <a:r>
              <a:rPr lang="en-US" sz="1800" b="1" dirty="0" err="1"/>
              <a:t>Left_Panel</a:t>
            </a:r>
            <a:r>
              <a:rPr lang="en-US" sz="1800" b="1" dirty="0"/>
              <a:t>: (15 functions)</a:t>
            </a:r>
          </a:p>
          <a:p>
            <a:pPr algn="l"/>
            <a:r>
              <a:rPr lang="en-US" sz="1600" dirty="0"/>
              <a:t>Init – ✅</a:t>
            </a:r>
          </a:p>
          <a:p>
            <a:pPr algn="l"/>
            <a:r>
              <a:rPr lang="en-US" sz="1600" dirty="0" err="1"/>
              <a:t>click_network_topology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click_service_list</a:t>
            </a:r>
            <a:r>
              <a:rPr lang="en-US" sz="1600" dirty="0"/>
              <a:t> –✅</a:t>
            </a:r>
          </a:p>
          <a:p>
            <a:pPr algn="l"/>
            <a:r>
              <a:rPr lang="en-US" sz="1600" dirty="0" err="1"/>
              <a:t>click_service_provisioning</a:t>
            </a:r>
            <a:r>
              <a:rPr lang="en-US" sz="1600" dirty="0"/>
              <a:t> -✅</a:t>
            </a:r>
          </a:p>
          <a:p>
            <a:pPr algn="l"/>
            <a:r>
              <a:rPr lang="en-US" sz="1600" dirty="0" err="1"/>
              <a:t>click_performance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click_device_discovery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click_domain_management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click_inventory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click_alarms_and_events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click_system_operations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click_user_management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click_task_manager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click_system_configuration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click_logout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click_reload_button</a:t>
            </a:r>
            <a:r>
              <a:rPr lang="en-US" sz="1600" dirty="0"/>
              <a:t> - ✅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C09108-7A95-0D0E-CFEE-3D8DD8B9F91C}"/>
              </a:ext>
            </a:extLst>
          </p:cNvPr>
          <p:cNvSpPr txBox="1"/>
          <p:nvPr/>
        </p:nvSpPr>
        <p:spPr>
          <a:xfrm>
            <a:off x="9858568" y="199942"/>
            <a:ext cx="1982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ighlight>
                  <a:srgbClr val="00FF00"/>
                </a:highlight>
              </a:rPr>
              <a:t>Summary: 100%</a:t>
            </a:r>
            <a:endParaRPr lang="en-US" sz="1200" b="1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8167046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A6A20-FE58-B85C-A834-9F8123B76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A5CE5B26-66CB-4C53-263C-6E22693E47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" y="91440"/>
            <a:ext cx="12042648" cy="6693408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4000" b="1" dirty="0" err="1"/>
              <a:t>NetworkTopology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39830848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7C8C7-C6ED-A40D-81E7-B68106D67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F26BC10-9183-29F5-8490-B9E7DABCF9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" y="99886"/>
            <a:ext cx="11990832" cy="6666674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US" sz="1800" b="1" dirty="0" err="1"/>
              <a:t>Network_topology</a:t>
            </a:r>
            <a:r>
              <a:rPr lang="en-US" sz="1800" b="1" dirty="0"/>
              <a:t>: (45 functions)</a:t>
            </a:r>
          </a:p>
          <a:p>
            <a:pPr algn="l"/>
            <a:r>
              <a:rPr lang="en-US" sz="1600" dirty="0" err="1"/>
              <a:t>show_alarms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hide_alarms</a:t>
            </a:r>
            <a:r>
              <a:rPr lang="en-US" sz="1600" dirty="0"/>
              <a:t>– ✅</a:t>
            </a:r>
          </a:p>
          <a:p>
            <a:pPr algn="l"/>
            <a:r>
              <a:rPr lang="en-US" sz="1600" dirty="0" err="1"/>
              <a:t>get_alarms_status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show_critical_major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hide_critical_major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show_minor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hide_minor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show_cleared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hide_cleared</a:t>
            </a:r>
            <a:r>
              <a:rPr lang="en-US" sz="1600" dirty="0"/>
              <a:t>  - ✅</a:t>
            </a:r>
          </a:p>
          <a:p>
            <a:pPr algn="l"/>
            <a:r>
              <a:rPr lang="en-US" sz="1600" dirty="0" err="1"/>
              <a:t>unlock_map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save_and_lock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discard_and_lock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double_click_on_element_via_the_map_by_data_id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click_on_element_via_the_map_by_data_id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double_click_on_element_via_the_map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click_on_element_via_the_map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get_number_of_elements_inside_chassis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get_map_element_color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enable_chassis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enable_OTN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enable_ROADM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enable_manage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map_zoom_in</a:t>
            </a:r>
            <a:r>
              <a:rPr lang="en-US" sz="1600" dirty="0"/>
              <a:t> - ✅</a:t>
            </a:r>
          </a:p>
        </p:txBody>
      </p:sp>
    </p:spTree>
    <p:extLst>
      <p:ext uri="{BB962C8B-B14F-4D97-AF65-F5344CB8AC3E}">
        <p14:creationId xmlns:p14="http://schemas.microsoft.com/office/powerpoint/2010/main" val="7738664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82ED1-A80A-B815-0803-6A307F02B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01A5D54-FA3C-1ADC-631A-DFEC57BA88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" y="99886"/>
            <a:ext cx="11990832" cy="6666674"/>
          </a:xfrm>
        </p:spPr>
        <p:txBody>
          <a:bodyPr>
            <a:normAutofit/>
          </a:bodyPr>
          <a:lstStyle/>
          <a:p>
            <a:pPr algn="l"/>
            <a:r>
              <a:rPr lang="en-US" sz="1800" b="1" dirty="0" err="1"/>
              <a:t>Network_topology</a:t>
            </a:r>
            <a:r>
              <a:rPr lang="en-US" sz="1800" b="1" dirty="0"/>
              <a:t>: (45 functions)</a:t>
            </a:r>
          </a:p>
          <a:p>
            <a:pPr algn="l"/>
            <a:r>
              <a:rPr lang="en-US" sz="1600" dirty="0" err="1"/>
              <a:t>map_zoom_out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get_zoom_percentage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reset_zoom_percentage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show_navigation_info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hide_navigation_info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get_navigation_info_elements_list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is_element_exist_on_navigation_info_list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navigation_info_double_click_on_element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navigation_info_open_element_details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navigation_info_close_element_details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navigation_info_expand_element_byClick_on_arrow</a:t>
            </a:r>
            <a:r>
              <a:rPr lang="en-US" sz="1600" dirty="0"/>
              <a:t> -  ✅</a:t>
            </a:r>
          </a:p>
          <a:p>
            <a:pPr algn="l"/>
            <a:r>
              <a:rPr lang="en-US" sz="1600" dirty="0" err="1"/>
              <a:t>navigation_info_shrink_element_byClick_on_arrow</a:t>
            </a:r>
            <a:r>
              <a:rPr lang="en-US" sz="1600" dirty="0"/>
              <a:t> -  ✅</a:t>
            </a:r>
          </a:p>
          <a:p>
            <a:pPr algn="l"/>
            <a:r>
              <a:rPr lang="en-US" sz="1600" dirty="0" err="1"/>
              <a:t>element_details_click_on_chassis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element_details_click_on_services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element_details_click_on_faults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element_details_click_on_info</a:t>
            </a:r>
            <a:r>
              <a:rPr lang="en-US" sz="1600" dirty="0"/>
              <a:t> – ✅</a:t>
            </a:r>
          </a:p>
          <a:p>
            <a:pPr algn="l"/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0909810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CD319-AAEF-C192-731E-C069EF7E6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67B9D06-2E6E-9296-EFB8-93FF37147B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" y="99886"/>
            <a:ext cx="11990832" cy="6666674"/>
          </a:xfrm>
        </p:spPr>
        <p:txBody>
          <a:bodyPr>
            <a:normAutofit/>
          </a:bodyPr>
          <a:lstStyle/>
          <a:p>
            <a:pPr algn="l"/>
            <a:r>
              <a:rPr lang="en-US" sz="1800" b="1" dirty="0" err="1"/>
              <a:t>Network_topology</a:t>
            </a:r>
            <a:r>
              <a:rPr lang="en-US" sz="1800" b="1" dirty="0"/>
              <a:t>: (45 functions)</a:t>
            </a:r>
          </a:p>
          <a:p>
            <a:pPr algn="l"/>
            <a:r>
              <a:rPr lang="en-US" sz="1600" dirty="0" err="1"/>
              <a:t>element_details_faults_click_on_alarms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element_details_faults_view_all_alarms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element_details_faults_get_all_alarms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element_details_faults_click_on_events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element_details_faults_view_all</a:t>
            </a:r>
            <a:r>
              <a:rPr lang="en-US" sz="1600" dirty="0"/>
              <a:t> _events – ✅</a:t>
            </a:r>
          </a:p>
          <a:p>
            <a:pPr algn="l"/>
            <a:r>
              <a:rPr lang="en-US" sz="1600" dirty="0" err="1"/>
              <a:t>element_details_faults_get_all</a:t>
            </a:r>
            <a:r>
              <a:rPr lang="en-US" sz="1600" dirty="0"/>
              <a:t> _events – ✅</a:t>
            </a:r>
          </a:p>
          <a:p>
            <a:pPr algn="l"/>
            <a:endParaRPr lang="en-US" sz="1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C453531-F67C-D418-17FD-EA336F43A993}"/>
              </a:ext>
            </a:extLst>
          </p:cNvPr>
          <p:cNvSpPr txBox="1"/>
          <p:nvPr/>
        </p:nvSpPr>
        <p:spPr>
          <a:xfrm>
            <a:off x="9858568" y="199942"/>
            <a:ext cx="1982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ighlight>
                  <a:srgbClr val="00FF00"/>
                </a:highlight>
              </a:rPr>
              <a:t>Summary: 100%</a:t>
            </a:r>
            <a:endParaRPr lang="en-US" sz="1200" b="1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2270158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12214-F475-13D7-6DF1-5173A6845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63AD3395-1344-BD92-8EB6-9F4683048F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" y="91440"/>
            <a:ext cx="12042648" cy="6693408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4000" b="1" dirty="0" err="1"/>
              <a:t>ServiceList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33116292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C7353-2538-3D94-64E4-3480F295D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3CEBC5D-5075-B35A-3806-9CC2FAD5F3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" y="99886"/>
            <a:ext cx="11990832" cy="6666674"/>
          </a:xfrm>
        </p:spPr>
        <p:txBody>
          <a:bodyPr>
            <a:normAutofit/>
          </a:bodyPr>
          <a:lstStyle/>
          <a:p>
            <a:pPr algn="l"/>
            <a:r>
              <a:rPr lang="en-US" sz="1800" b="1" dirty="0" err="1"/>
              <a:t>service_list</a:t>
            </a:r>
            <a:r>
              <a:rPr lang="en-US" sz="1800" b="1" dirty="0"/>
              <a:t>: </a:t>
            </a:r>
            <a:r>
              <a:rPr lang="en-US" sz="1600" b="1" dirty="0"/>
              <a:t>(72 functions)</a:t>
            </a:r>
            <a:endParaRPr lang="en-US" sz="1600" dirty="0"/>
          </a:p>
          <a:p>
            <a:pPr algn="l"/>
            <a:r>
              <a:rPr lang="en-US" sz="1600" dirty="0" err="1"/>
              <a:t>set_service_name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select_service_layer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set_all_service_layers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get_all_selected_service_layers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close_service_layer_dropdown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remove_service_layer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remove_all_service_layers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select_service_type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set_all_service_types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get_all_selected_service_types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close_service_type_dropdown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remove_service_type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remove_all_service_types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select_protection_type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set_all_protection_types</a:t>
            </a:r>
            <a:r>
              <a:rPr lang="en-US" sz="1600" dirty="0"/>
              <a:t> - ✅ </a:t>
            </a:r>
          </a:p>
          <a:p>
            <a:pPr algn="l"/>
            <a:r>
              <a:rPr lang="en-US" sz="1600" dirty="0" err="1"/>
              <a:t>get_all_selected_protection_types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close_protection_type_dropdown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remove_protection_type</a:t>
            </a:r>
            <a:r>
              <a:rPr lang="en-US" sz="1600" dirty="0"/>
              <a:t> - ✅</a:t>
            </a:r>
          </a:p>
          <a:p>
            <a:pPr algn="l"/>
            <a:endParaRPr lang="en-US" sz="1600" dirty="0"/>
          </a:p>
          <a:p>
            <a:pPr algn="l"/>
            <a:endParaRPr lang="en-US" sz="1600" dirty="0"/>
          </a:p>
          <a:p>
            <a:pPr algn="l"/>
            <a:endParaRPr lang="en-US" sz="1600" dirty="0"/>
          </a:p>
          <a:p>
            <a:pPr algn="l"/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462963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F5124-FFAC-F011-3072-C12D69974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487A533-30A1-9C86-17E0-827DEEB7E2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" y="99886"/>
            <a:ext cx="11990832" cy="6666674"/>
          </a:xfrm>
        </p:spPr>
        <p:txBody>
          <a:bodyPr>
            <a:normAutofit/>
          </a:bodyPr>
          <a:lstStyle/>
          <a:p>
            <a:pPr algn="l"/>
            <a:r>
              <a:rPr lang="en-US" sz="1800" b="1" dirty="0" err="1"/>
              <a:t>service_list</a:t>
            </a:r>
            <a:r>
              <a:rPr lang="en-US" sz="1800" b="1" dirty="0"/>
              <a:t>: </a:t>
            </a:r>
            <a:r>
              <a:rPr lang="en-US" sz="1600" b="1" dirty="0"/>
              <a:t>(72 functions)</a:t>
            </a:r>
            <a:endParaRPr lang="en-US" sz="1600" dirty="0"/>
          </a:p>
          <a:p>
            <a:pPr algn="l"/>
            <a:r>
              <a:rPr lang="en-US" sz="1600" dirty="0" err="1"/>
              <a:t>remove_all_protection_types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get_filter_by</a:t>
            </a:r>
            <a:r>
              <a:rPr lang="en-US" sz="1600" dirty="0"/>
              <a:t>  - ✅</a:t>
            </a:r>
          </a:p>
          <a:p>
            <a:pPr algn="l"/>
            <a:r>
              <a:rPr lang="en-US" sz="1600" dirty="0" err="1"/>
              <a:t>set_filter_by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get_selected_domain_or_chassis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select_domain_or_chassis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click_previous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click_next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click_on_service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get_service_list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click_on_events_alarms_button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set_faults_type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get_faults_type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set_severity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get_severity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set_from_date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get_from_date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set_to_date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get_to_date</a:t>
            </a:r>
            <a:r>
              <a:rPr lang="en-US" sz="1600" dirty="0"/>
              <a:t> - ✅</a:t>
            </a:r>
          </a:p>
          <a:p>
            <a:pPr algn="l"/>
            <a:endParaRPr lang="en-US" sz="1600" dirty="0"/>
          </a:p>
          <a:p>
            <a:pPr algn="l"/>
            <a:endParaRPr lang="en-US" sz="1600" dirty="0"/>
          </a:p>
          <a:p>
            <a:pPr algn="l"/>
            <a:endParaRPr lang="en-US" sz="1600" dirty="0"/>
          </a:p>
          <a:p>
            <a:pPr algn="l"/>
            <a:endParaRPr lang="en-US" sz="1600" dirty="0"/>
          </a:p>
          <a:p>
            <a:pPr algn="l"/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980935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CDFE8-FA2F-2C7F-8B9F-6200675DA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553E8C6-FCC9-1525-C194-0F202E951A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" y="99886"/>
            <a:ext cx="11990832" cy="6666674"/>
          </a:xfrm>
        </p:spPr>
        <p:txBody>
          <a:bodyPr>
            <a:normAutofit/>
          </a:bodyPr>
          <a:lstStyle/>
          <a:p>
            <a:pPr algn="l"/>
            <a:r>
              <a:rPr lang="en-US" sz="1800" b="1" dirty="0" err="1"/>
              <a:t>service_list</a:t>
            </a:r>
            <a:r>
              <a:rPr lang="en-US" sz="1800" b="1" dirty="0"/>
              <a:t>: </a:t>
            </a:r>
            <a:r>
              <a:rPr lang="en-US" sz="1600" b="1" dirty="0"/>
              <a:t>(72 functions)</a:t>
            </a:r>
            <a:endParaRPr lang="en-US" sz="1600" dirty="0"/>
          </a:p>
          <a:p>
            <a:pPr algn="l"/>
            <a:r>
              <a:rPr lang="en-US" sz="1600" dirty="0" err="1"/>
              <a:t>set_message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message_check_exact_match_only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message_uncheck_exact_match_only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hide_event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show_hidden_events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acknowledge_alarm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click_on_performance_button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performance_set_display</a:t>
            </a:r>
            <a:r>
              <a:rPr lang="en-US" sz="1600" dirty="0"/>
              <a:t> - </a:t>
            </a:r>
          </a:p>
          <a:p>
            <a:pPr algn="l"/>
            <a:r>
              <a:rPr lang="en-US" sz="1600" dirty="0" err="1"/>
              <a:t>performance_get_display</a:t>
            </a:r>
            <a:r>
              <a:rPr lang="en-US" sz="1600" dirty="0"/>
              <a:t> -</a:t>
            </a:r>
          </a:p>
          <a:p>
            <a:pPr algn="l"/>
            <a:r>
              <a:rPr lang="en-US" sz="1600" dirty="0" err="1"/>
              <a:t>performance_set_period_start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performance_get_period_start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performance_set_period_end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performance_get_period_end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performance_set_device_A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performance_set_device_Z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performance_get_device_A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performance_get_device_Z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performance_set_port_A</a:t>
            </a:r>
            <a:r>
              <a:rPr lang="en-US" sz="1600" dirty="0"/>
              <a:t> - ✅</a:t>
            </a:r>
          </a:p>
          <a:p>
            <a:pPr algn="l"/>
            <a:endParaRPr lang="en-US" sz="1600" dirty="0"/>
          </a:p>
          <a:p>
            <a:pPr algn="l"/>
            <a:endParaRPr lang="en-US" sz="1600" dirty="0"/>
          </a:p>
          <a:p>
            <a:pPr algn="l"/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9502776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54E9C-5C79-2AB2-C2C4-968E9E174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FA33419-ED3D-37A4-9C1D-C57F35B550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" y="99886"/>
            <a:ext cx="11990832" cy="6666674"/>
          </a:xfrm>
        </p:spPr>
        <p:txBody>
          <a:bodyPr>
            <a:normAutofit/>
          </a:bodyPr>
          <a:lstStyle/>
          <a:p>
            <a:pPr algn="l"/>
            <a:r>
              <a:rPr lang="en-US" sz="1800" b="1" dirty="0" err="1"/>
              <a:t>service_list</a:t>
            </a:r>
            <a:r>
              <a:rPr lang="en-US" sz="1800" b="1" dirty="0"/>
              <a:t>: </a:t>
            </a:r>
            <a:r>
              <a:rPr lang="en-US" sz="1600" b="1" dirty="0"/>
              <a:t>(72 functions)</a:t>
            </a:r>
            <a:endParaRPr lang="en-US" sz="1600" dirty="0"/>
          </a:p>
          <a:p>
            <a:pPr algn="l"/>
            <a:r>
              <a:rPr lang="en-US" sz="1600" dirty="0" err="1"/>
              <a:t>performance_set_port_Z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performance_get_port_A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performance_get_port_Z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performance_set_pm_period_type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performance_get_pm_period_type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performance_set_pm_type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performance_get_pm_type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performance_get_pm_table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performance_refresh_pm_table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click_on_path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close_ROADM_service_path_table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get_ROADM_service_path_table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rename_service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rename_service_cancel_button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remove_service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remove_service_cancel_button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export_CSV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verify_CSV_valid</a:t>
            </a:r>
            <a:r>
              <a:rPr lang="en-US" sz="1600" dirty="0"/>
              <a:t> -</a:t>
            </a:r>
          </a:p>
          <a:p>
            <a:pPr algn="l"/>
            <a:endParaRPr lang="en-US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6AFDDA-2EAD-8E3B-DB82-33E79DA8E6E6}"/>
              </a:ext>
            </a:extLst>
          </p:cNvPr>
          <p:cNvSpPr txBox="1"/>
          <p:nvPr/>
        </p:nvSpPr>
        <p:spPr>
          <a:xfrm>
            <a:off x="9858568" y="199942"/>
            <a:ext cx="1982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Summary: 95%</a:t>
            </a:r>
            <a:endParaRPr lang="en-US" sz="12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0045526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C9D46-3792-211E-0FD0-58A7856CE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65EDD87A-4C6E-FFCC-58DF-A3D91FB8CE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" y="91440"/>
            <a:ext cx="12042648" cy="6693408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4000" b="1" dirty="0" err="1"/>
              <a:t>ServiceProvisioning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3838240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9CE3B-863D-897C-4680-1DDCEB0D6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7C16FB8-3E89-BCE1-A6C8-A74EAE0965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" y="99886"/>
            <a:ext cx="11990832" cy="6666674"/>
          </a:xfrm>
        </p:spPr>
        <p:txBody>
          <a:bodyPr>
            <a:normAutofit/>
          </a:bodyPr>
          <a:lstStyle/>
          <a:p>
            <a:pPr algn="l"/>
            <a:r>
              <a:rPr lang="en-US" sz="1800" b="1" dirty="0" err="1"/>
              <a:t>service_provisioning</a:t>
            </a:r>
            <a:r>
              <a:rPr lang="en-US" sz="1800" b="1" dirty="0"/>
              <a:t>: (42 functions)</a:t>
            </a:r>
          </a:p>
          <a:p>
            <a:pPr algn="l"/>
            <a:r>
              <a:rPr lang="en-US" sz="1600" dirty="0" err="1"/>
              <a:t>create_service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create_ROADM_service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create_OTN_service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create_CHASSIS_service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click_exit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set_ROADM_mode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set_ROADM_protection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set_ROADM_A_chassis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set_ROADM_Z_chassis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set_ROADM_provisioning_type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set_ROADM_bandwidth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set_ROADM_service_name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enable_ROADM_path_restriction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disable_ROADM_path_restriction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ROADM_service_click_next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ROADM_service_click_back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/>
              <a:t>set_ROADM_path1_A_device - ✅</a:t>
            </a:r>
          </a:p>
          <a:p>
            <a:pPr algn="l"/>
            <a:r>
              <a:rPr lang="en-US" sz="1600" dirty="0"/>
              <a:t>set_ROADM_path1_A_port - ✅</a:t>
            </a:r>
          </a:p>
          <a:p>
            <a:pPr algn="l"/>
            <a:endParaRPr lang="en-US" sz="1600" dirty="0"/>
          </a:p>
          <a:p>
            <a:pPr algn="l"/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3224065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E5085-2AB8-1CDF-E65F-92B9B4A6E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084EA02-EE67-C1BC-0851-23ABB86D6E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" y="99886"/>
            <a:ext cx="11990832" cy="6666674"/>
          </a:xfrm>
        </p:spPr>
        <p:txBody>
          <a:bodyPr>
            <a:normAutofit/>
          </a:bodyPr>
          <a:lstStyle/>
          <a:p>
            <a:pPr algn="l"/>
            <a:r>
              <a:rPr lang="en-US" sz="1800" b="1" dirty="0" err="1"/>
              <a:t>service_provisioning</a:t>
            </a:r>
            <a:r>
              <a:rPr lang="en-US" sz="1800" b="1" dirty="0"/>
              <a:t>: (42 functions)</a:t>
            </a:r>
          </a:p>
          <a:p>
            <a:pPr algn="l"/>
            <a:r>
              <a:rPr lang="en-US" sz="1600" dirty="0"/>
              <a:t>set_ROADM_path1_Z_device - ✅</a:t>
            </a:r>
          </a:p>
          <a:p>
            <a:pPr algn="l"/>
            <a:r>
              <a:rPr lang="en-US" sz="1600" dirty="0"/>
              <a:t>set_ROADM_path1_Z_port - ✅</a:t>
            </a:r>
          </a:p>
          <a:p>
            <a:pPr algn="l"/>
            <a:r>
              <a:rPr lang="en-US" sz="1600" dirty="0"/>
              <a:t>set_ROADM_path2_A_device - ✅</a:t>
            </a:r>
          </a:p>
          <a:p>
            <a:pPr algn="l"/>
            <a:r>
              <a:rPr lang="en-US" sz="1600" dirty="0"/>
              <a:t>set_ROADM_path2_A_port - ✅</a:t>
            </a:r>
          </a:p>
          <a:p>
            <a:pPr algn="l"/>
            <a:r>
              <a:rPr lang="en-US" sz="1600" dirty="0"/>
              <a:t>set_ROADM_path2_Z_device - ✅</a:t>
            </a:r>
          </a:p>
          <a:p>
            <a:pPr algn="l"/>
            <a:r>
              <a:rPr lang="en-US" sz="1600" dirty="0"/>
              <a:t>set_ROADM_path2_Z_port - ✅</a:t>
            </a:r>
          </a:p>
          <a:p>
            <a:pPr algn="l"/>
            <a:r>
              <a:rPr lang="en-US" sz="1600" dirty="0"/>
              <a:t>get_ROADM_path1_routes_table - ✅</a:t>
            </a:r>
          </a:p>
          <a:p>
            <a:pPr algn="l"/>
            <a:r>
              <a:rPr lang="en-US" sz="1600" dirty="0"/>
              <a:t>ROADM_path1_click_on_route - ✅</a:t>
            </a:r>
          </a:p>
          <a:p>
            <a:pPr algn="l"/>
            <a:r>
              <a:rPr lang="en-US" sz="1600" dirty="0"/>
              <a:t>set_ROADM_path1_channel - ✅</a:t>
            </a:r>
          </a:p>
          <a:p>
            <a:pPr algn="l"/>
            <a:r>
              <a:rPr lang="en-US" sz="1600" dirty="0" err="1"/>
              <a:t>ROADM_service_create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set_OTN_A_node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set_OTN_A_port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OTN_service_refresh</a:t>
            </a:r>
            <a:r>
              <a:rPr lang="en-US" sz="1600" dirty="0"/>
              <a:t> -</a:t>
            </a:r>
          </a:p>
          <a:p>
            <a:pPr algn="l"/>
            <a:r>
              <a:rPr lang="en-US" sz="1600" dirty="0" err="1"/>
              <a:t>enable_OTN_protection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disable_OTN_protection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set_OTN_service_type</a:t>
            </a:r>
            <a:r>
              <a:rPr lang="en-US" sz="1600" dirty="0"/>
              <a:t> -</a:t>
            </a:r>
          </a:p>
          <a:p>
            <a:pPr algn="l"/>
            <a:r>
              <a:rPr lang="en-US" sz="1600" dirty="0" err="1"/>
              <a:t>enable_OTN_rate_limit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set_OTN_limit_to</a:t>
            </a:r>
            <a:r>
              <a:rPr lang="en-US" sz="1600" dirty="0"/>
              <a:t> - ✅</a:t>
            </a:r>
          </a:p>
        </p:txBody>
      </p:sp>
    </p:spTree>
    <p:extLst>
      <p:ext uri="{BB962C8B-B14F-4D97-AF65-F5344CB8AC3E}">
        <p14:creationId xmlns:p14="http://schemas.microsoft.com/office/powerpoint/2010/main" val="29283890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0081D-C6E2-CE6D-64E7-766D3AA89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C84F4B3-7218-0A59-D90B-90794FB495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" y="99886"/>
            <a:ext cx="11990832" cy="6666674"/>
          </a:xfrm>
        </p:spPr>
        <p:txBody>
          <a:bodyPr>
            <a:normAutofit/>
          </a:bodyPr>
          <a:lstStyle/>
          <a:p>
            <a:pPr algn="l"/>
            <a:r>
              <a:rPr lang="en-US" sz="1800" b="1" dirty="0" err="1"/>
              <a:t>service_provisioning</a:t>
            </a:r>
            <a:r>
              <a:rPr lang="en-US" sz="1800" b="1" dirty="0"/>
              <a:t>: (42 functions)</a:t>
            </a:r>
          </a:p>
          <a:p>
            <a:pPr algn="l"/>
            <a:r>
              <a:rPr lang="en-US" sz="1600" dirty="0" err="1"/>
              <a:t>disable_OTN_rate_limit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set_OTN_Z_node</a:t>
            </a:r>
            <a:r>
              <a:rPr lang="en-US" sz="1600" dirty="0"/>
              <a:t> - </a:t>
            </a:r>
          </a:p>
          <a:p>
            <a:pPr algn="l"/>
            <a:r>
              <a:rPr lang="en-US" sz="1600" dirty="0" err="1"/>
              <a:t>set_OTN_Z_port</a:t>
            </a:r>
            <a:r>
              <a:rPr lang="en-US" sz="1600" dirty="0"/>
              <a:t> - </a:t>
            </a:r>
          </a:p>
          <a:p>
            <a:pPr algn="l"/>
            <a:r>
              <a:rPr lang="en-US" sz="1600" dirty="0" err="1"/>
              <a:t>set_OTN_service_name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enable_OTN_auto_path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disable_OTN_auto_path</a:t>
            </a:r>
            <a:r>
              <a:rPr lang="en-US" sz="1600" dirty="0"/>
              <a:t> - ✅</a:t>
            </a:r>
          </a:p>
          <a:p>
            <a:pPr algn="l"/>
            <a:endParaRPr lang="en-US" sz="1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25DE282-514C-AD2C-15E6-64FD2AC10A9C}"/>
              </a:ext>
            </a:extLst>
          </p:cNvPr>
          <p:cNvSpPr txBox="1"/>
          <p:nvPr/>
        </p:nvSpPr>
        <p:spPr>
          <a:xfrm>
            <a:off x="9858568" y="199942"/>
            <a:ext cx="1982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Summary: 90%</a:t>
            </a:r>
            <a:endParaRPr lang="en-US" sz="12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3429023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480DE-6450-A357-846F-0C6AE08BC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7D43B129-6B14-2652-80FF-C5DD1ED930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" y="91440"/>
            <a:ext cx="12042648" cy="6693408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4000" b="1" dirty="0"/>
              <a:t>Performance</a:t>
            </a:r>
          </a:p>
        </p:txBody>
      </p:sp>
    </p:spTree>
    <p:extLst>
      <p:ext uri="{BB962C8B-B14F-4D97-AF65-F5344CB8AC3E}">
        <p14:creationId xmlns:p14="http://schemas.microsoft.com/office/powerpoint/2010/main" val="13886598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2B45C-1FDE-27C1-140E-3DB8635A0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BD874AC-1F4C-340F-8921-2E87923F49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" y="99886"/>
            <a:ext cx="11990832" cy="6666674"/>
          </a:xfrm>
        </p:spPr>
        <p:txBody>
          <a:bodyPr>
            <a:normAutofit/>
          </a:bodyPr>
          <a:lstStyle/>
          <a:p>
            <a:pPr algn="l"/>
            <a:r>
              <a:rPr lang="en-US" sz="1800" b="1" dirty="0"/>
              <a:t>performance: (20 functions)</a:t>
            </a:r>
          </a:p>
          <a:p>
            <a:pPr algn="l"/>
            <a:r>
              <a:rPr lang="en-US" sz="1600" dirty="0" err="1"/>
              <a:t>set_display</a:t>
            </a:r>
            <a:r>
              <a:rPr lang="en-US" sz="1600" dirty="0"/>
              <a:t> - </a:t>
            </a:r>
          </a:p>
          <a:p>
            <a:pPr algn="l"/>
            <a:r>
              <a:rPr lang="en-US" sz="1600" dirty="0" err="1"/>
              <a:t>get_display</a:t>
            </a:r>
            <a:r>
              <a:rPr lang="en-US" sz="1600" dirty="0"/>
              <a:t> -</a:t>
            </a:r>
          </a:p>
          <a:p>
            <a:pPr algn="l"/>
            <a:r>
              <a:rPr lang="en-US" sz="1600" dirty="0" err="1"/>
              <a:t>set_period_start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get_period_start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set_period_end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get_period_end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set_device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get_device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set_port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get_port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set_pm_period_type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get_pm_period_type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set_pm_type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get_pm_type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get_pm_table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click_previous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click_next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refresh_pm_table</a:t>
            </a:r>
            <a:r>
              <a:rPr lang="en-US" sz="1600" dirty="0"/>
              <a:t> - ✅</a:t>
            </a:r>
          </a:p>
        </p:txBody>
      </p:sp>
    </p:spTree>
    <p:extLst>
      <p:ext uri="{BB962C8B-B14F-4D97-AF65-F5344CB8AC3E}">
        <p14:creationId xmlns:p14="http://schemas.microsoft.com/office/powerpoint/2010/main" val="40525259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F81CD-F703-116E-6E20-4266719BA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0BC4AA7-2B8C-807B-210C-8CA4D8EA31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" y="99886"/>
            <a:ext cx="11990832" cy="6666674"/>
          </a:xfrm>
        </p:spPr>
        <p:txBody>
          <a:bodyPr>
            <a:normAutofit/>
          </a:bodyPr>
          <a:lstStyle/>
          <a:p>
            <a:pPr algn="l"/>
            <a:r>
              <a:rPr lang="en-US" sz="1800" b="1" dirty="0"/>
              <a:t>performance: (20 functions)</a:t>
            </a:r>
          </a:p>
          <a:p>
            <a:pPr algn="l"/>
            <a:r>
              <a:rPr lang="en-US" sz="1600" dirty="0" err="1"/>
              <a:t>export_CSV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verify_CSV_valid</a:t>
            </a:r>
            <a:r>
              <a:rPr lang="en-US" sz="1600" dirty="0"/>
              <a:t> -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56048A-C97D-6761-EBA3-401635C88BF2}"/>
              </a:ext>
            </a:extLst>
          </p:cNvPr>
          <p:cNvSpPr txBox="1"/>
          <p:nvPr/>
        </p:nvSpPr>
        <p:spPr>
          <a:xfrm>
            <a:off x="9858568" y="199942"/>
            <a:ext cx="1982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Summary: 85%</a:t>
            </a:r>
            <a:endParaRPr lang="en-US" sz="12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6259325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3BCD5-DC82-4F09-E2CE-2519EA751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E1D2BD03-A369-1631-A929-185F1E3906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" y="91440"/>
            <a:ext cx="12042648" cy="6693408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4000" b="1" dirty="0" err="1"/>
              <a:t>DeviceDiscovery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10382658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DB42F-BB84-0811-FA81-86E30F149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7504721-A6E2-B412-1136-64E6041FDA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" y="99886"/>
            <a:ext cx="11990832" cy="6666674"/>
          </a:xfrm>
        </p:spPr>
        <p:txBody>
          <a:bodyPr>
            <a:normAutofit/>
          </a:bodyPr>
          <a:lstStyle/>
          <a:p>
            <a:pPr algn="l"/>
            <a:r>
              <a:rPr lang="en-US" sz="1800" b="1" dirty="0" err="1"/>
              <a:t>device_discovery</a:t>
            </a:r>
            <a:r>
              <a:rPr lang="en-US" sz="1800" b="1" dirty="0"/>
              <a:t>: (47 functions)</a:t>
            </a:r>
          </a:p>
          <a:p>
            <a:pPr algn="l"/>
            <a:r>
              <a:rPr lang="en-US" sz="1600" dirty="0" err="1"/>
              <a:t>set_IP_address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get_IP_address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is_ip_address_field_valid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click_start_discovery_for_IP_range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click_stop_discovery_for_ip_range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set_range_start_ip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get_range_start_ip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set_range_end_ip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get_range_end_ip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is_range_start_ip_field_valid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is_range_end_ip_field_valid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click_ICMP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/>
              <a:t>click_SNMPv2 – ✅</a:t>
            </a:r>
          </a:p>
          <a:p>
            <a:pPr algn="l"/>
            <a:r>
              <a:rPr lang="en-US" sz="1600" dirty="0"/>
              <a:t>click_SNMPv3 - ✅</a:t>
            </a:r>
          </a:p>
          <a:p>
            <a:pPr algn="l"/>
            <a:r>
              <a:rPr lang="en-US" sz="1600" dirty="0"/>
              <a:t>set_SNMPv2_read_community - ✅</a:t>
            </a:r>
          </a:p>
          <a:p>
            <a:pPr algn="l"/>
            <a:r>
              <a:rPr lang="en-US" sz="1600" dirty="0"/>
              <a:t>get_SNMPv2_read_community - ✅</a:t>
            </a:r>
          </a:p>
          <a:p>
            <a:pPr algn="l"/>
            <a:r>
              <a:rPr lang="en-US" sz="1600" dirty="0"/>
              <a:t>set_SNMPv2_write_community - ✅</a:t>
            </a:r>
          </a:p>
          <a:p>
            <a:pPr algn="l"/>
            <a:r>
              <a:rPr lang="en-US" sz="1600" dirty="0"/>
              <a:t>get_SNMPv2_write_community - ✅</a:t>
            </a:r>
          </a:p>
          <a:p>
            <a:pPr algn="l"/>
            <a:endParaRPr lang="en-US" sz="1600" dirty="0"/>
          </a:p>
          <a:p>
            <a:pPr algn="l"/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7922612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0FB77-4746-B76E-57AF-F9DBACA8D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1EE4664-53D1-7F6E-C133-08C1E71887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" y="99886"/>
            <a:ext cx="11990832" cy="6666674"/>
          </a:xfrm>
        </p:spPr>
        <p:txBody>
          <a:bodyPr>
            <a:normAutofit/>
          </a:bodyPr>
          <a:lstStyle/>
          <a:p>
            <a:pPr algn="l"/>
            <a:r>
              <a:rPr lang="en-US" sz="1800" b="1" dirty="0" err="1"/>
              <a:t>device_discovery</a:t>
            </a:r>
            <a:r>
              <a:rPr lang="en-US" sz="1800" b="1" dirty="0"/>
              <a:t>: (47 functions)</a:t>
            </a:r>
          </a:p>
          <a:p>
            <a:pPr algn="l"/>
            <a:r>
              <a:rPr lang="en-US" sz="1600" dirty="0"/>
              <a:t>set_SNMPv2_admin_community - ✅</a:t>
            </a:r>
          </a:p>
          <a:p>
            <a:pPr algn="l"/>
            <a:r>
              <a:rPr lang="en-US" sz="1600" dirty="0"/>
              <a:t>get_SNMPv2_admin_community - ✅</a:t>
            </a:r>
          </a:p>
          <a:p>
            <a:pPr algn="l"/>
            <a:r>
              <a:rPr lang="en-US" sz="1600" dirty="0"/>
              <a:t>set_SNMPv2_contact_port - ✅</a:t>
            </a:r>
          </a:p>
          <a:p>
            <a:pPr algn="l"/>
            <a:r>
              <a:rPr lang="en-US" sz="1600" dirty="0"/>
              <a:t>get_SNMPv2_contact_port - ✅</a:t>
            </a:r>
          </a:p>
          <a:p>
            <a:pPr algn="l"/>
            <a:r>
              <a:rPr lang="en-US" sz="1600" dirty="0" err="1"/>
              <a:t>is_contact_port_field_valid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/>
              <a:t>set_SNMPv3_username – ✅</a:t>
            </a:r>
          </a:p>
          <a:p>
            <a:pPr algn="l"/>
            <a:r>
              <a:rPr lang="en-US" sz="1600" dirty="0"/>
              <a:t>get_SNMPv3_username – ✅</a:t>
            </a:r>
          </a:p>
          <a:p>
            <a:pPr algn="l"/>
            <a:r>
              <a:rPr lang="en-US" sz="1600" dirty="0"/>
              <a:t>set_SNMPv3_security_level – ✅</a:t>
            </a:r>
          </a:p>
          <a:p>
            <a:pPr algn="l"/>
            <a:r>
              <a:rPr lang="en-US" sz="1600" dirty="0"/>
              <a:t>get_SNMPv3_security_level – ✅</a:t>
            </a:r>
          </a:p>
          <a:p>
            <a:pPr algn="l"/>
            <a:r>
              <a:rPr lang="en-US" sz="1600" dirty="0"/>
              <a:t>set_SNMPv3_contact_port – ✅ </a:t>
            </a:r>
          </a:p>
          <a:p>
            <a:pPr algn="l"/>
            <a:r>
              <a:rPr lang="en-US" sz="1600" dirty="0"/>
              <a:t>get_SNMPv3_contact_port – ✅</a:t>
            </a:r>
          </a:p>
          <a:p>
            <a:pPr algn="l"/>
            <a:r>
              <a:rPr lang="en-US" sz="1600" dirty="0"/>
              <a:t>set_SNMPv3_authentication_protocol – ✅</a:t>
            </a:r>
          </a:p>
          <a:p>
            <a:pPr algn="l"/>
            <a:r>
              <a:rPr lang="en-US" sz="1600" dirty="0"/>
              <a:t>get_SNMPv3_authentication_protocol – ✅</a:t>
            </a:r>
          </a:p>
          <a:p>
            <a:pPr algn="l"/>
            <a:r>
              <a:rPr lang="en-US" sz="1600" dirty="0"/>
              <a:t>set_SNMPv3_authentication_password – ✅</a:t>
            </a:r>
          </a:p>
          <a:p>
            <a:pPr algn="l"/>
            <a:r>
              <a:rPr lang="en-US" sz="1600" dirty="0"/>
              <a:t>get_SNMPv3_authentication_password – ✅</a:t>
            </a:r>
          </a:p>
          <a:p>
            <a:pPr algn="l"/>
            <a:r>
              <a:rPr lang="en-US" sz="1600" dirty="0"/>
              <a:t>set_SNMPv3_privacy_protocol – ✅</a:t>
            </a:r>
          </a:p>
          <a:p>
            <a:pPr algn="l"/>
            <a:r>
              <a:rPr lang="en-US" sz="1600" dirty="0"/>
              <a:t>get_SNMPv3_privacy_protocol – ✅</a:t>
            </a:r>
          </a:p>
          <a:p>
            <a:pPr algn="l"/>
            <a:r>
              <a:rPr lang="en-US" sz="1600" dirty="0"/>
              <a:t>set_SNMPv3_privacy_password – ✅</a:t>
            </a:r>
          </a:p>
        </p:txBody>
      </p:sp>
    </p:spTree>
    <p:extLst>
      <p:ext uri="{BB962C8B-B14F-4D97-AF65-F5344CB8AC3E}">
        <p14:creationId xmlns:p14="http://schemas.microsoft.com/office/powerpoint/2010/main" val="4179836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E0A00-236B-F29C-BCBB-8C6672379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E81F859-8B74-9346-6E3F-9BC02668C6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" y="99886"/>
            <a:ext cx="11990832" cy="6666674"/>
          </a:xfrm>
        </p:spPr>
        <p:txBody>
          <a:bodyPr>
            <a:normAutofit/>
          </a:bodyPr>
          <a:lstStyle/>
          <a:p>
            <a:pPr algn="l"/>
            <a:r>
              <a:rPr lang="en-US" sz="1800" b="1" dirty="0" err="1"/>
              <a:t>device_discovery</a:t>
            </a:r>
            <a:r>
              <a:rPr lang="en-US" sz="1800" b="1" dirty="0"/>
              <a:t>: (47 functions)</a:t>
            </a:r>
          </a:p>
          <a:p>
            <a:pPr algn="l"/>
            <a:r>
              <a:rPr lang="en-US" sz="1800" dirty="0"/>
              <a:t>get_SNMPv3_privacy_password - ✅ </a:t>
            </a:r>
          </a:p>
          <a:p>
            <a:pPr algn="l"/>
            <a:r>
              <a:rPr lang="en-US" sz="1800" dirty="0"/>
              <a:t>configure_SNMPv3_entire_process - ✅</a:t>
            </a:r>
          </a:p>
          <a:p>
            <a:pPr algn="l"/>
            <a:r>
              <a:rPr lang="en-US" sz="1800" dirty="0" err="1"/>
              <a:t>set_performance_transport_protocol</a:t>
            </a:r>
            <a:r>
              <a:rPr lang="en-US" sz="1800" dirty="0"/>
              <a:t> - ✅</a:t>
            </a:r>
          </a:p>
          <a:p>
            <a:pPr algn="l"/>
            <a:r>
              <a:rPr lang="en-US" sz="1800" dirty="0" err="1"/>
              <a:t>get_performance_transport_protocol</a:t>
            </a:r>
            <a:r>
              <a:rPr lang="en-US" sz="1800" dirty="0"/>
              <a:t> – ✅</a:t>
            </a:r>
          </a:p>
          <a:p>
            <a:pPr algn="l"/>
            <a:r>
              <a:rPr lang="en-US" sz="1800" dirty="0" err="1"/>
              <a:t>click_reset_to_default</a:t>
            </a:r>
            <a:r>
              <a:rPr lang="en-US" sz="1800" dirty="0"/>
              <a:t> – ✅</a:t>
            </a:r>
          </a:p>
          <a:p>
            <a:pPr algn="l"/>
            <a:r>
              <a:rPr lang="en-US" sz="1800" dirty="0" err="1"/>
              <a:t>click_save_as_default</a:t>
            </a:r>
            <a:r>
              <a:rPr lang="en-US" sz="1800" dirty="0"/>
              <a:t> – ✅</a:t>
            </a:r>
          </a:p>
          <a:p>
            <a:pPr algn="l"/>
            <a:r>
              <a:rPr lang="en-US" sz="1800" dirty="0" err="1"/>
              <a:t>confirm_default_override</a:t>
            </a:r>
            <a:r>
              <a:rPr lang="en-US" sz="1800" dirty="0"/>
              <a:t> - ✅</a:t>
            </a:r>
          </a:p>
          <a:p>
            <a:pPr algn="l"/>
            <a:r>
              <a:rPr lang="en-US" sz="1800" dirty="0" err="1"/>
              <a:t>reject_default_override</a:t>
            </a:r>
            <a:r>
              <a:rPr lang="en-US" sz="1800" dirty="0"/>
              <a:t> - ✅</a:t>
            </a:r>
          </a:p>
          <a:p>
            <a:pPr algn="l"/>
            <a:r>
              <a:rPr lang="en-US" sz="1800" dirty="0" err="1"/>
              <a:t>click_start_discovery</a:t>
            </a:r>
            <a:r>
              <a:rPr lang="en-US" sz="1800" dirty="0"/>
              <a:t> - ✅</a:t>
            </a:r>
            <a:endParaRPr lang="he-IL" sz="1800" dirty="0"/>
          </a:p>
          <a:p>
            <a:pPr algn="l"/>
            <a:r>
              <a:rPr lang="en-US" sz="1800" dirty="0" err="1"/>
              <a:t>is_start_discovery_btn_enabled</a:t>
            </a:r>
            <a:r>
              <a:rPr lang="en-US" sz="1800" dirty="0"/>
              <a:t> - ✅</a:t>
            </a:r>
          </a:p>
          <a:p>
            <a:pPr algn="l"/>
            <a:r>
              <a:rPr lang="en-US" sz="1800" dirty="0" err="1"/>
              <a:t>close_device_discovery</a:t>
            </a:r>
            <a:r>
              <a:rPr lang="en-US" sz="1800" dirty="0"/>
              <a:t> - ✅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4D0AC7-5B97-6B06-6F5C-89570047182E}"/>
              </a:ext>
            </a:extLst>
          </p:cNvPr>
          <p:cNvSpPr txBox="1"/>
          <p:nvPr/>
        </p:nvSpPr>
        <p:spPr>
          <a:xfrm>
            <a:off x="9858568" y="199942"/>
            <a:ext cx="1982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ighlight>
                  <a:srgbClr val="00FF00"/>
                </a:highlight>
              </a:rPr>
              <a:t>Summary: 100%</a:t>
            </a:r>
            <a:endParaRPr lang="en-US" sz="1200" b="1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5453607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E4BDF-0816-5E11-9FA2-DE07C4D17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32F55FD8-5028-8AEB-A47D-B215E49F3A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" y="91440"/>
            <a:ext cx="12042648" cy="6693408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4000" b="1" dirty="0" err="1"/>
              <a:t>DomainManagement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18259072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A210A-D69F-AD34-DD06-F7286CD1D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6217D20-A13A-4794-368E-C64EAD83DA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" y="99886"/>
            <a:ext cx="11990832" cy="6666674"/>
          </a:xfrm>
        </p:spPr>
        <p:txBody>
          <a:bodyPr>
            <a:normAutofit/>
          </a:bodyPr>
          <a:lstStyle/>
          <a:p>
            <a:pPr algn="l"/>
            <a:r>
              <a:rPr lang="en-US" sz="1800" b="1" dirty="0" err="1"/>
              <a:t>domain_management</a:t>
            </a:r>
            <a:r>
              <a:rPr lang="en-US" sz="1800" b="1" dirty="0"/>
              <a:t>: (12 functions)</a:t>
            </a:r>
          </a:p>
          <a:p>
            <a:pPr algn="l"/>
            <a:r>
              <a:rPr lang="en-US" sz="1600" dirty="0" err="1"/>
              <a:t>click_add_domain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add_domain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remove_domain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remove_chassis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remove_device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verify_element_deleted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click_rename_chassis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rename_chassis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click_change_CHASSIS_ID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change_CHASSIS_ID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click_move_to_domain_mode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move_to_domain</a:t>
            </a:r>
            <a:r>
              <a:rPr lang="en-US" sz="1600" dirty="0"/>
              <a:t> - ✅</a:t>
            </a:r>
          </a:p>
          <a:p>
            <a:pPr algn="l"/>
            <a:endParaRPr lang="en-US" sz="1600" dirty="0"/>
          </a:p>
          <a:p>
            <a:pPr algn="l"/>
            <a:endParaRPr lang="en-US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5D8DE8-A963-163D-E1B6-F20CED52B90E}"/>
              </a:ext>
            </a:extLst>
          </p:cNvPr>
          <p:cNvSpPr txBox="1"/>
          <p:nvPr/>
        </p:nvSpPr>
        <p:spPr>
          <a:xfrm>
            <a:off x="9858568" y="199942"/>
            <a:ext cx="1982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ighlight>
                  <a:srgbClr val="00FF00"/>
                </a:highlight>
              </a:rPr>
              <a:t>Summary: 100%</a:t>
            </a:r>
            <a:endParaRPr lang="en-US" sz="1200" b="1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7609310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B1FA5-73CC-9237-9B1E-D0040A687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025F3653-7CB3-F05E-4D8F-574AC960C4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" y="91440"/>
            <a:ext cx="12042648" cy="6693408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4000" b="1" dirty="0"/>
              <a:t>Inventory</a:t>
            </a:r>
          </a:p>
        </p:txBody>
      </p:sp>
    </p:spTree>
    <p:extLst>
      <p:ext uri="{BB962C8B-B14F-4D97-AF65-F5344CB8AC3E}">
        <p14:creationId xmlns:p14="http://schemas.microsoft.com/office/powerpoint/2010/main" val="37582027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36720-CB7B-981C-664F-B91C5D5F9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D2576FD-BD5E-5604-31E7-FF7FFF70F1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" y="99886"/>
            <a:ext cx="11990832" cy="6666674"/>
          </a:xfrm>
        </p:spPr>
        <p:txBody>
          <a:bodyPr>
            <a:normAutofit/>
          </a:bodyPr>
          <a:lstStyle/>
          <a:p>
            <a:pPr algn="l"/>
            <a:r>
              <a:rPr lang="en-US" sz="1800" b="1" dirty="0"/>
              <a:t>inventory: (0 functions)</a:t>
            </a:r>
          </a:p>
          <a:p>
            <a:pPr algn="l"/>
            <a:r>
              <a:rPr lang="en-US" sz="1600" dirty="0"/>
              <a:t>pass</a:t>
            </a:r>
          </a:p>
          <a:p>
            <a:pPr algn="l"/>
            <a:endParaRPr lang="en-US" sz="1600" dirty="0"/>
          </a:p>
          <a:p>
            <a:pPr algn="l"/>
            <a:endParaRPr lang="en-US" sz="1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E668BA-BFB9-8E1F-7769-3B26A71174CE}"/>
              </a:ext>
            </a:extLst>
          </p:cNvPr>
          <p:cNvSpPr txBox="1"/>
          <p:nvPr/>
        </p:nvSpPr>
        <p:spPr>
          <a:xfrm>
            <a:off x="9858568" y="199942"/>
            <a:ext cx="1982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Summary: 0%</a:t>
            </a:r>
            <a:endParaRPr lang="en-US" sz="12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9805438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475FA-681D-A19E-4F19-9C5ECBA68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FD50B5ED-76A2-528B-5BFF-E199171F4C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" y="91440"/>
            <a:ext cx="12042648" cy="6693408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4000" b="1" dirty="0"/>
              <a:t>Alarms and Events</a:t>
            </a:r>
          </a:p>
        </p:txBody>
      </p:sp>
    </p:spTree>
    <p:extLst>
      <p:ext uri="{BB962C8B-B14F-4D97-AF65-F5344CB8AC3E}">
        <p14:creationId xmlns:p14="http://schemas.microsoft.com/office/powerpoint/2010/main" val="9803407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DC67A-AF95-0186-BD33-47412C30A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4F94C5B-296F-4A40-A2ED-2F54D51EF1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" y="99886"/>
            <a:ext cx="11990832" cy="6666674"/>
          </a:xfrm>
        </p:spPr>
        <p:txBody>
          <a:bodyPr>
            <a:normAutofit lnSpcReduction="10000"/>
          </a:bodyPr>
          <a:lstStyle/>
          <a:p>
            <a:pPr algn="l"/>
            <a:r>
              <a:rPr lang="en-US" sz="1800" b="1" dirty="0" err="1"/>
              <a:t>Alarms_and_events</a:t>
            </a:r>
            <a:r>
              <a:rPr lang="en-US" sz="1800" b="1" dirty="0"/>
              <a:t>: (37 functions)</a:t>
            </a:r>
          </a:p>
          <a:p>
            <a:pPr algn="l"/>
            <a:r>
              <a:rPr lang="en-US" sz="1600" dirty="0" err="1"/>
              <a:t>set_faults_type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get_faults_type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set_severity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get_severity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set_all_severities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set_category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get_category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set_all_categories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set_filterBy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get_filterBy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set_all_devices_filterBy_devices</a:t>
            </a:r>
            <a:r>
              <a:rPr lang="en-US" sz="1600" dirty="0"/>
              <a:t>(when Filter by is on Devices) – ✅</a:t>
            </a:r>
          </a:p>
          <a:p>
            <a:pPr algn="l"/>
            <a:r>
              <a:rPr lang="en-US" sz="1600" dirty="0" err="1"/>
              <a:t>get_all_selected_devices_filterBy_devices</a:t>
            </a:r>
            <a:r>
              <a:rPr lang="en-US" sz="1600" dirty="0"/>
              <a:t>(when Filter by is on Devices) – ✅</a:t>
            </a:r>
          </a:p>
          <a:p>
            <a:pPr algn="l"/>
            <a:r>
              <a:rPr lang="en-US" sz="1600" dirty="0" err="1"/>
              <a:t>select_device_filterBy_devices</a:t>
            </a:r>
            <a:r>
              <a:rPr lang="en-US" sz="1600" dirty="0"/>
              <a:t>(when Filter by is on Devices) – ✅</a:t>
            </a:r>
          </a:p>
          <a:p>
            <a:pPr algn="l"/>
            <a:r>
              <a:rPr lang="en-US" sz="1600" dirty="0" err="1"/>
              <a:t>close_devices_dropdown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remove_device_filterBy_devices</a:t>
            </a:r>
            <a:r>
              <a:rPr lang="en-US" sz="1600" dirty="0"/>
              <a:t>(when Filter by is on Devices) – ✅</a:t>
            </a:r>
          </a:p>
          <a:p>
            <a:pPr algn="l"/>
            <a:r>
              <a:rPr lang="en-US" sz="1600" dirty="0" err="1"/>
              <a:t>remove_all_devices_filterBy_devices</a:t>
            </a:r>
            <a:r>
              <a:rPr lang="en-US" sz="1600" dirty="0"/>
              <a:t>(when Filter by is on Devices) - ✅</a:t>
            </a:r>
          </a:p>
          <a:p>
            <a:pPr algn="l"/>
            <a:r>
              <a:rPr lang="en-US" sz="1600" dirty="0" err="1"/>
              <a:t>select_domain_or_chassis_filterBy_domain_or_chassis</a:t>
            </a:r>
            <a:r>
              <a:rPr lang="en-US" sz="1600" dirty="0"/>
              <a:t>(when Filter by is on Domain/chassis) – ✅</a:t>
            </a:r>
          </a:p>
          <a:p>
            <a:pPr algn="l"/>
            <a:r>
              <a:rPr lang="en-US" sz="1600" dirty="0" err="1"/>
              <a:t>get_selected_domain_or_chassis_filterBy_domain_or_chassis</a:t>
            </a:r>
            <a:r>
              <a:rPr lang="en-US" sz="1600" dirty="0"/>
              <a:t>(when Filter by is on Domain/chassis) – ✅</a:t>
            </a:r>
          </a:p>
          <a:p>
            <a:pPr algn="l"/>
            <a:r>
              <a:rPr lang="en-US" sz="1600" dirty="0" err="1"/>
              <a:t>select_all_domains_filterBy_domain_or_chassis</a:t>
            </a:r>
            <a:r>
              <a:rPr lang="en-US" sz="1600" dirty="0"/>
              <a:t>(when Filter by is on Domain/chassis) - ✅</a:t>
            </a:r>
          </a:p>
          <a:p>
            <a:pPr algn="l"/>
            <a:endParaRPr lang="en-US" sz="1600" dirty="0"/>
          </a:p>
          <a:p>
            <a:pPr algn="l"/>
            <a:endParaRPr lang="en-US" sz="1600" dirty="0"/>
          </a:p>
          <a:p>
            <a:pPr algn="l"/>
            <a:endParaRPr lang="en-US" sz="1600" dirty="0"/>
          </a:p>
          <a:p>
            <a:pPr algn="l"/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069309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D1432-91F2-3424-F82D-3403B895C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527567B-287A-D08E-0E39-C833D8C1C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" y="99886"/>
            <a:ext cx="11990832" cy="6666674"/>
          </a:xfrm>
        </p:spPr>
        <p:txBody>
          <a:bodyPr>
            <a:normAutofit/>
          </a:bodyPr>
          <a:lstStyle/>
          <a:p>
            <a:pPr algn="l"/>
            <a:r>
              <a:rPr lang="en-US" sz="1800" b="1" dirty="0" err="1"/>
              <a:t>Alarms_and_events</a:t>
            </a:r>
            <a:r>
              <a:rPr lang="en-US" sz="1800" b="1" dirty="0"/>
              <a:t>: (37 functions)</a:t>
            </a:r>
          </a:p>
          <a:p>
            <a:pPr algn="l"/>
            <a:r>
              <a:rPr lang="en-US" sz="1600" dirty="0" err="1"/>
              <a:t>select_devices_type_filterBy_device_type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get_selected_devices_type_filterBy_device_type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select_all_devices_type_filterBy_device_type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set_from_date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get_from_date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set_to_date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get_to_date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set_message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message_check_exact_match_only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message_uncheck_exact_match_only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check_Ack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clear_alert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hide_event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show_hidden_events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get_all_events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get_all_alarms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click_previous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click_next</a:t>
            </a:r>
            <a:r>
              <a:rPr lang="en-US" sz="1600" dirty="0"/>
              <a:t> - ✅</a:t>
            </a:r>
          </a:p>
          <a:p>
            <a:pPr algn="l"/>
            <a:endParaRPr lang="en-US" sz="1600" dirty="0"/>
          </a:p>
          <a:p>
            <a:pPr algn="l"/>
            <a:endParaRPr lang="en-US" sz="1600" dirty="0"/>
          </a:p>
          <a:p>
            <a:pPr algn="l"/>
            <a:endParaRPr lang="en-US" sz="1600" dirty="0"/>
          </a:p>
          <a:p>
            <a:pPr algn="l"/>
            <a:endParaRPr lang="en-US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12F797-AC80-C4F0-DF53-D945A8E92D24}"/>
              </a:ext>
            </a:extLst>
          </p:cNvPr>
          <p:cNvSpPr txBox="1"/>
          <p:nvPr/>
        </p:nvSpPr>
        <p:spPr>
          <a:xfrm>
            <a:off x="9858568" y="199942"/>
            <a:ext cx="1982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ighlight>
                  <a:srgbClr val="00FF00"/>
                </a:highlight>
              </a:rPr>
              <a:t>Summary: 100%</a:t>
            </a:r>
            <a:endParaRPr lang="en-US" sz="1200" b="1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8932959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78EF2-C6B9-71AD-D6A3-57607E3A8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FD4B3B28-6DF9-616B-1EA8-1567C246E9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" y="91440"/>
            <a:ext cx="12042648" cy="6693408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4000" b="1" dirty="0" err="1"/>
              <a:t>SystemOperations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11224484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1E767-96A3-17A3-BBF3-1D1B72E96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C3365AC-8F5C-A01C-A340-F5DC9724C7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" y="99886"/>
            <a:ext cx="11990832" cy="6666674"/>
          </a:xfrm>
        </p:spPr>
        <p:txBody>
          <a:bodyPr>
            <a:normAutofit/>
          </a:bodyPr>
          <a:lstStyle/>
          <a:p>
            <a:pPr algn="l"/>
            <a:r>
              <a:rPr lang="en-US" sz="1800" b="1" dirty="0" err="1"/>
              <a:t>System_operations</a:t>
            </a:r>
            <a:r>
              <a:rPr lang="en-US" sz="1800" b="1" dirty="0"/>
              <a:t>: (7 functions)</a:t>
            </a:r>
          </a:p>
          <a:p>
            <a:pPr algn="l"/>
            <a:r>
              <a:rPr lang="en-US" sz="1600" dirty="0" err="1"/>
              <a:t>click_polling_restart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click_deleting_OTN_inconsistent_services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click_synchronizing_OTN_services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click_deleting_ROADM_inconsistent_services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click_synchronizing_ROADM_services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click_exit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is_system_operations_page_visible</a:t>
            </a:r>
            <a:r>
              <a:rPr lang="en-US" sz="1600" dirty="0"/>
              <a:t> – ✅</a:t>
            </a:r>
          </a:p>
          <a:p>
            <a:pPr algn="l"/>
            <a:endParaRPr lang="en-US" sz="1600" dirty="0"/>
          </a:p>
          <a:p>
            <a:pPr algn="l"/>
            <a:endParaRPr lang="en-US" sz="1100" dirty="0"/>
          </a:p>
          <a:p>
            <a:pPr algn="l"/>
            <a:endParaRPr lang="en-US" sz="1600" dirty="0"/>
          </a:p>
          <a:p>
            <a:pPr algn="l"/>
            <a:endParaRPr lang="en-US" sz="1600" dirty="0"/>
          </a:p>
          <a:p>
            <a:pPr algn="l"/>
            <a:endParaRPr lang="en-US" sz="1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EDE7F8-7FCC-694F-4F6C-53ACBB2CC093}"/>
              </a:ext>
            </a:extLst>
          </p:cNvPr>
          <p:cNvSpPr txBox="1"/>
          <p:nvPr/>
        </p:nvSpPr>
        <p:spPr>
          <a:xfrm>
            <a:off x="9858568" y="199942"/>
            <a:ext cx="1982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ighlight>
                  <a:srgbClr val="00FF00"/>
                </a:highlight>
              </a:rPr>
              <a:t>Summary: 100%</a:t>
            </a:r>
            <a:endParaRPr lang="en-US" sz="1200" b="1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1533285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B0079-7319-3CFA-B0EA-1A211C0E1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A6A62573-F0CF-1D7C-1A8C-A5867DD6D9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" y="91440"/>
            <a:ext cx="12042648" cy="6693408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4000" b="1" dirty="0" err="1"/>
              <a:t>UpperPanel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423421597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D14C1-12E4-39B3-6222-2761FFB27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528B494-2BF6-D126-2627-C250C35A64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" y="99886"/>
            <a:ext cx="11990832" cy="6666674"/>
          </a:xfrm>
        </p:spPr>
        <p:txBody>
          <a:bodyPr>
            <a:normAutofit/>
          </a:bodyPr>
          <a:lstStyle/>
          <a:p>
            <a:pPr algn="l"/>
            <a:r>
              <a:rPr lang="en-US" sz="1800" b="1" dirty="0" err="1"/>
              <a:t>upper_panel</a:t>
            </a:r>
            <a:r>
              <a:rPr lang="en-US" sz="1800" b="1" dirty="0"/>
              <a:t>: (20 functions)</a:t>
            </a:r>
          </a:p>
          <a:p>
            <a:pPr algn="l"/>
            <a:r>
              <a:rPr lang="en-US" sz="1600" dirty="0" err="1"/>
              <a:t>click_on_avatar_icon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click_on_change_password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get_username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set_username</a:t>
            </a:r>
            <a:r>
              <a:rPr lang="en-US" sz="1600" dirty="0"/>
              <a:t> –</a:t>
            </a:r>
          </a:p>
          <a:p>
            <a:pPr algn="l"/>
            <a:r>
              <a:rPr lang="en-US" sz="1600" dirty="0" err="1"/>
              <a:t>set_current_password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set_new_password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set_confirm_password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click_save_new_password</a:t>
            </a:r>
            <a:r>
              <a:rPr lang="en-US" sz="1600" dirty="0"/>
              <a:t> – </a:t>
            </a:r>
          </a:p>
          <a:p>
            <a:pPr algn="l"/>
            <a:r>
              <a:rPr lang="en-US" sz="1600" dirty="0" err="1"/>
              <a:t>click_on_global_search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set_global_search_value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click_on_device_via_global_search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click_on_device_service_list_tab_via_global_search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click_on_device_performance_tab_via_global_search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click_on_service_via_global_search</a:t>
            </a:r>
            <a:r>
              <a:rPr lang="en-US" sz="1600" dirty="0"/>
              <a:t> -</a:t>
            </a:r>
          </a:p>
          <a:p>
            <a:pPr algn="l"/>
            <a:r>
              <a:rPr lang="en-US" sz="1600" dirty="0" err="1"/>
              <a:t>get_recent_searces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close_global_search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select_sub_domain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click_back_to_sub_domain_map</a:t>
            </a:r>
            <a:r>
              <a:rPr lang="en-US" sz="1600" dirty="0"/>
              <a:t> - ✅</a:t>
            </a:r>
          </a:p>
          <a:p>
            <a:pPr algn="l"/>
            <a:endParaRPr lang="en-US" sz="1600" dirty="0"/>
          </a:p>
          <a:p>
            <a:pPr algn="l"/>
            <a:endParaRPr lang="en-US" sz="1600" dirty="0"/>
          </a:p>
          <a:p>
            <a:pPr algn="l"/>
            <a:endParaRPr lang="en-US" sz="1600" dirty="0"/>
          </a:p>
          <a:p>
            <a:pPr algn="l"/>
            <a:endParaRPr lang="en-US" sz="1100" dirty="0"/>
          </a:p>
          <a:p>
            <a:pPr algn="l"/>
            <a:endParaRPr lang="en-US" sz="1600" dirty="0"/>
          </a:p>
          <a:p>
            <a:pPr algn="l"/>
            <a:endParaRPr lang="en-US" sz="1600" dirty="0"/>
          </a:p>
          <a:p>
            <a:pPr algn="l"/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5826463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7C12F-A8EA-8DBB-834B-25D783198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C17DEBF-219B-B8AE-F5C5-8535A01950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" y="99886"/>
            <a:ext cx="11990832" cy="6666674"/>
          </a:xfrm>
        </p:spPr>
        <p:txBody>
          <a:bodyPr>
            <a:normAutofit/>
          </a:bodyPr>
          <a:lstStyle/>
          <a:p>
            <a:pPr algn="l"/>
            <a:r>
              <a:rPr lang="en-US" sz="1800" b="1" dirty="0" err="1"/>
              <a:t>upper_panel</a:t>
            </a:r>
            <a:r>
              <a:rPr lang="en-US" sz="1800" b="1" dirty="0"/>
              <a:t>: </a:t>
            </a:r>
            <a:r>
              <a:rPr lang="en-US" sz="1600" b="1" dirty="0"/>
              <a:t>(20 functions)</a:t>
            </a:r>
            <a:endParaRPr lang="en-US" sz="1600" dirty="0"/>
          </a:p>
          <a:p>
            <a:pPr algn="l"/>
            <a:r>
              <a:rPr lang="en-US" sz="1600" dirty="0" err="1"/>
              <a:t>click_on_domains_dropdown</a:t>
            </a:r>
            <a:r>
              <a:rPr lang="en-US" sz="1600" dirty="0"/>
              <a:t> –  ✅</a:t>
            </a:r>
          </a:p>
          <a:p>
            <a:pPr algn="l"/>
            <a:r>
              <a:rPr lang="en-US" sz="1600" dirty="0" err="1"/>
              <a:t>select_domain</a:t>
            </a:r>
            <a:r>
              <a:rPr lang="en-US" sz="1600" dirty="0"/>
              <a:t> – ✅</a:t>
            </a:r>
          </a:p>
          <a:p>
            <a:pPr algn="l"/>
            <a:endParaRPr lang="en-US" sz="1600" dirty="0"/>
          </a:p>
          <a:p>
            <a:pPr algn="l"/>
            <a:endParaRPr lang="en-US" sz="1600" dirty="0"/>
          </a:p>
          <a:p>
            <a:pPr algn="l"/>
            <a:endParaRPr lang="en-US" sz="1100" dirty="0"/>
          </a:p>
          <a:p>
            <a:pPr algn="l"/>
            <a:endParaRPr lang="en-US" sz="1600" dirty="0"/>
          </a:p>
          <a:p>
            <a:pPr algn="l"/>
            <a:endParaRPr lang="en-US" sz="1600" dirty="0"/>
          </a:p>
          <a:p>
            <a:pPr algn="l"/>
            <a:endParaRPr lang="en-US" sz="1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751798-5090-0FB8-A69D-C0C71DE9B82D}"/>
              </a:ext>
            </a:extLst>
          </p:cNvPr>
          <p:cNvSpPr txBox="1"/>
          <p:nvPr/>
        </p:nvSpPr>
        <p:spPr>
          <a:xfrm>
            <a:off x="9858568" y="199942"/>
            <a:ext cx="1982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Summary: 85%</a:t>
            </a:r>
            <a:endParaRPr lang="en-US" sz="12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59653742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3F233-D4DF-69BD-1997-B955F3B05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1DBB88F-2888-8045-AB34-F533836C3E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" y="99886"/>
            <a:ext cx="11990832" cy="6666674"/>
          </a:xfrm>
        </p:spPr>
        <p:txBody>
          <a:bodyPr>
            <a:normAutofit/>
          </a:bodyPr>
          <a:lstStyle/>
          <a:p>
            <a:pPr algn="l"/>
            <a:r>
              <a:rPr lang="en-US" sz="1800" b="1" dirty="0"/>
              <a:t>Map Table max values:</a:t>
            </a:r>
          </a:p>
          <a:p>
            <a:pPr algn="l"/>
            <a:endParaRPr lang="en-US" sz="1600" dirty="0"/>
          </a:p>
          <a:p>
            <a:pPr algn="l"/>
            <a:endParaRPr lang="en-US" sz="1600" dirty="0"/>
          </a:p>
          <a:p>
            <a:pPr algn="l"/>
            <a:endParaRPr lang="en-US" sz="1100" dirty="0"/>
          </a:p>
          <a:p>
            <a:pPr algn="l"/>
            <a:endParaRPr lang="en-US" sz="1600" dirty="0"/>
          </a:p>
          <a:p>
            <a:pPr algn="l"/>
            <a:endParaRPr lang="en-US" sz="1600" dirty="0"/>
          </a:p>
          <a:p>
            <a:pPr algn="l"/>
            <a:endParaRPr lang="en-US" sz="16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0AF4F64-628E-2C27-669F-C195986D94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6036021"/>
              </p:ext>
            </p:extLst>
          </p:nvPr>
        </p:nvGraphicFramePr>
        <p:xfrm>
          <a:off x="164592" y="719666"/>
          <a:ext cx="11920728" cy="244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8203">
                  <a:extLst>
                    <a:ext uri="{9D8B030D-6E8A-4147-A177-3AD203B41FA5}">
                      <a16:colId xmlns:a16="http://schemas.microsoft.com/office/drawing/2014/main" val="2733776702"/>
                    </a:ext>
                  </a:extLst>
                </a:gridCol>
                <a:gridCol w="2127493">
                  <a:extLst>
                    <a:ext uri="{9D8B030D-6E8A-4147-A177-3AD203B41FA5}">
                      <a16:colId xmlns:a16="http://schemas.microsoft.com/office/drawing/2014/main" val="1866301122"/>
                    </a:ext>
                  </a:extLst>
                </a:gridCol>
                <a:gridCol w="1956816">
                  <a:extLst>
                    <a:ext uri="{9D8B030D-6E8A-4147-A177-3AD203B41FA5}">
                      <a16:colId xmlns:a16="http://schemas.microsoft.com/office/drawing/2014/main" val="771782589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421488526"/>
                    </a:ext>
                  </a:extLst>
                </a:gridCol>
                <a:gridCol w="1883664">
                  <a:extLst>
                    <a:ext uri="{9D8B030D-6E8A-4147-A177-3AD203B41FA5}">
                      <a16:colId xmlns:a16="http://schemas.microsoft.com/office/drawing/2014/main" val="33600877"/>
                    </a:ext>
                  </a:extLst>
                </a:gridCol>
                <a:gridCol w="1734312">
                  <a:extLst>
                    <a:ext uri="{9D8B030D-6E8A-4147-A177-3AD203B41FA5}">
                      <a16:colId xmlns:a16="http://schemas.microsoft.com/office/drawing/2014/main" val="22676027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Level\Criteria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Max zoom 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Max 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Max Down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Max Right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Max Left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00545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Width: 320</a:t>
                      </a:r>
                    </a:p>
                    <a:p>
                      <a:pPr algn="ctr"/>
                      <a:r>
                        <a:rPr lang="en-US" sz="1400" dirty="0"/>
                        <a:t>Height: 225.774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-112.887px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160px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-160px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21393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Width:</a:t>
                      </a:r>
                    </a:p>
                    <a:p>
                      <a:pPr marL="0" algn="ctr" defTabSz="914400" rtl="0" eaLnBrk="1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Height: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96745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Width:</a:t>
                      </a:r>
                    </a:p>
                    <a:p>
                      <a:pPr marL="0" algn="ctr" defTabSz="914400" rtl="0" eaLnBrk="1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Height: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27443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Width:</a:t>
                      </a:r>
                    </a:p>
                    <a:p>
                      <a:pPr marL="0" algn="ctr" defTabSz="914400" rtl="0" eaLnBrk="1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Height: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53871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47010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14630</TotalTime>
  <Words>3055</Words>
  <Application>Microsoft Office PowerPoint</Application>
  <PresentationFormat>Widescreen</PresentationFormat>
  <Paragraphs>495</Paragraphs>
  <Slides>37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Yuval Dahan</dc:creator>
  <cp:lastModifiedBy>Yuval Dahan</cp:lastModifiedBy>
  <cp:revision>593</cp:revision>
  <dcterms:created xsi:type="dcterms:W3CDTF">2026-01-19T16:24:30Z</dcterms:created>
  <dcterms:modified xsi:type="dcterms:W3CDTF">2026-06-11T14:33:56Z</dcterms:modified>
</cp:coreProperties>
</file>